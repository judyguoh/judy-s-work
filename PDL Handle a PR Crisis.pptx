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7" r:id="rId3"/>
    <p:sldId id="293" r:id="rId5"/>
    <p:sldId id="294" r:id="rId6"/>
    <p:sldId id="296" r:id="rId7"/>
    <p:sldId id="297" r:id="rId8"/>
    <p:sldId id="306" r:id="rId9"/>
    <p:sldId id="313" r:id="rId10"/>
    <p:sldId id="307" r:id="rId11"/>
    <p:sldId id="312" r:id="rId12"/>
    <p:sldId id="309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132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947F0-8C7D-4C0B-8AFF-DCC1E35C8A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C6187-B6F9-4D6D-8D2F-4B6347EAA1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A7E8-92C1-4564-8642-CE744917AF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B6771-984E-4008-B103-E6820679F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7C6187-B6F9-4D6D-8D2F-4B6347EAA1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>
            <a:spLocks noGrp="1"/>
          </p:cNvSpPr>
          <p:nvPr>
            <p:ph type="pic" sz="quarter" idx="11"/>
          </p:nvPr>
        </p:nvSpPr>
        <p:spPr>
          <a:xfrm>
            <a:off x="0" y="5"/>
            <a:ext cx="12203008" cy="3309193"/>
          </a:xfrm>
          <a:custGeom>
            <a:avLst/>
            <a:gdLst>
              <a:gd name="connsiteX0" fmla="*/ 0 w 12203008"/>
              <a:gd name="connsiteY0" fmla="*/ 0 h 3309193"/>
              <a:gd name="connsiteX1" fmla="*/ 12203008 w 12203008"/>
              <a:gd name="connsiteY1" fmla="*/ 0 h 3309193"/>
              <a:gd name="connsiteX2" fmla="*/ 12203008 w 12203008"/>
              <a:gd name="connsiteY2" fmla="*/ 3309193 h 3309193"/>
              <a:gd name="connsiteX3" fmla="*/ 0 w 12203008"/>
              <a:gd name="connsiteY3" fmla="*/ 3309193 h 3309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3008" h="3309193">
                <a:moveTo>
                  <a:pt x="0" y="0"/>
                </a:moveTo>
                <a:lnTo>
                  <a:pt x="12203008" y="0"/>
                </a:lnTo>
                <a:lnTo>
                  <a:pt x="12203008" y="3309193"/>
                </a:lnTo>
                <a:lnTo>
                  <a:pt x="0" y="33091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3706731" y="2160642"/>
            <a:ext cx="4774457" cy="2862219"/>
          </a:xfrm>
          <a:custGeom>
            <a:avLst/>
            <a:gdLst>
              <a:gd name="connsiteX0" fmla="*/ 0 w 4774457"/>
              <a:gd name="connsiteY0" fmla="*/ 0 h 2862219"/>
              <a:gd name="connsiteX1" fmla="*/ 4774457 w 4774457"/>
              <a:gd name="connsiteY1" fmla="*/ 0 h 2862219"/>
              <a:gd name="connsiteX2" fmla="*/ 4774457 w 4774457"/>
              <a:gd name="connsiteY2" fmla="*/ 2862219 h 2862219"/>
              <a:gd name="connsiteX3" fmla="*/ 0 w 4774457"/>
              <a:gd name="connsiteY3" fmla="*/ 2862219 h 2862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4457" h="2862219">
                <a:moveTo>
                  <a:pt x="0" y="0"/>
                </a:moveTo>
                <a:lnTo>
                  <a:pt x="4774457" y="0"/>
                </a:lnTo>
                <a:lnTo>
                  <a:pt x="4774457" y="2862219"/>
                </a:lnTo>
                <a:lnTo>
                  <a:pt x="0" y="28622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>
            <a:spLocks noGrp="1"/>
          </p:cNvSpPr>
          <p:nvPr>
            <p:ph type="pic" sz="quarter" idx="10"/>
          </p:nvPr>
        </p:nvSpPr>
        <p:spPr>
          <a:xfrm>
            <a:off x="983071" y="1833619"/>
            <a:ext cx="1683781" cy="1686363"/>
          </a:xfrm>
          <a:custGeom>
            <a:avLst/>
            <a:gdLst>
              <a:gd name="connsiteX0" fmla="*/ 280636 w 1683781"/>
              <a:gd name="connsiteY0" fmla="*/ 0 h 1686363"/>
              <a:gd name="connsiteX1" fmla="*/ 1403145 w 1683781"/>
              <a:gd name="connsiteY1" fmla="*/ 0 h 1686363"/>
              <a:gd name="connsiteX2" fmla="*/ 1683781 w 1683781"/>
              <a:gd name="connsiteY2" fmla="*/ 280636 h 1686363"/>
              <a:gd name="connsiteX3" fmla="*/ 1683781 w 1683781"/>
              <a:gd name="connsiteY3" fmla="*/ 1405727 h 1686363"/>
              <a:gd name="connsiteX4" fmla="*/ 1403145 w 1683781"/>
              <a:gd name="connsiteY4" fmla="*/ 1686363 h 1686363"/>
              <a:gd name="connsiteX5" fmla="*/ 280636 w 1683781"/>
              <a:gd name="connsiteY5" fmla="*/ 1686363 h 1686363"/>
              <a:gd name="connsiteX6" fmla="*/ 0 w 1683781"/>
              <a:gd name="connsiteY6" fmla="*/ 1405727 h 1686363"/>
              <a:gd name="connsiteX7" fmla="*/ 0 w 1683781"/>
              <a:gd name="connsiteY7" fmla="*/ 280636 h 1686363"/>
              <a:gd name="connsiteX8" fmla="*/ 280636 w 1683781"/>
              <a:gd name="connsiteY8" fmla="*/ 0 h 168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3781" h="1686363">
                <a:moveTo>
                  <a:pt x="280636" y="0"/>
                </a:moveTo>
                <a:lnTo>
                  <a:pt x="1403145" y="0"/>
                </a:lnTo>
                <a:cubicBezTo>
                  <a:pt x="1558136" y="0"/>
                  <a:pt x="1683781" y="125645"/>
                  <a:pt x="1683781" y="280636"/>
                </a:cubicBezTo>
                <a:lnTo>
                  <a:pt x="1683781" y="1405727"/>
                </a:lnTo>
                <a:cubicBezTo>
                  <a:pt x="1683781" y="1560718"/>
                  <a:pt x="1558136" y="1686363"/>
                  <a:pt x="1403145" y="1686363"/>
                </a:cubicBezTo>
                <a:lnTo>
                  <a:pt x="280636" y="1686363"/>
                </a:lnTo>
                <a:cubicBezTo>
                  <a:pt x="125645" y="1686363"/>
                  <a:pt x="0" y="1560718"/>
                  <a:pt x="0" y="1405727"/>
                </a:cubicBezTo>
                <a:lnTo>
                  <a:pt x="0" y="280636"/>
                </a:lnTo>
                <a:cubicBezTo>
                  <a:pt x="0" y="125645"/>
                  <a:pt x="125645" y="0"/>
                  <a:pt x="2806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任意多边形: 形状 13"/>
          <p:cNvSpPr>
            <a:spLocks noGrp="1"/>
          </p:cNvSpPr>
          <p:nvPr>
            <p:ph type="pic" sz="quarter" idx="11"/>
          </p:nvPr>
        </p:nvSpPr>
        <p:spPr>
          <a:xfrm>
            <a:off x="6307340" y="1833619"/>
            <a:ext cx="1683781" cy="1686363"/>
          </a:xfrm>
          <a:custGeom>
            <a:avLst/>
            <a:gdLst>
              <a:gd name="connsiteX0" fmla="*/ 280636 w 1683781"/>
              <a:gd name="connsiteY0" fmla="*/ 0 h 1686363"/>
              <a:gd name="connsiteX1" fmla="*/ 1403145 w 1683781"/>
              <a:gd name="connsiteY1" fmla="*/ 0 h 1686363"/>
              <a:gd name="connsiteX2" fmla="*/ 1683781 w 1683781"/>
              <a:gd name="connsiteY2" fmla="*/ 280636 h 1686363"/>
              <a:gd name="connsiteX3" fmla="*/ 1683781 w 1683781"/>
              <a:gd name="connsiteY3" fmla="*/ 1405727 h 1686363"/>
              <a:gd name="connsiteX4" fmla="*/ 1403145 w 1683781"/>
              <a:gd name="connsiteY4" fmla="*/ 1686363 h 1686363"/>
              <a:gd name="connsiteX5" fmla="*/ 280636 w 1683781"/>
              <a:gd name="connsiteY5" fmla="*/ 1686363 h 1686363"/>
              <a:gd name="connsiteX6" fmla="*/ 0 w 1683781"/>
              <a:gd name="connsiteY6" fmla="*/ 1405727 h 1686363"/>
              <a:gd name="connsiteX7" fmla="*/ 0 w 1683781"/>
              <a:gd name="connsiteY7" fmla="*/ 280636 h 1686363"/>
              <a:gd name="connsiteX8" fmla="*/ 280636 w 1683781"/>
              <a:gd name="connsiteY8" fmla="*/ 0 h 168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3781" h="1686363">
                <a:moveTo>
                  <a:pt x="280636" y="0"/>
                </a:moveTo>
                <a:lnTo>
                  <a:pt x="1403145" y="0"/>
                </a:lnTo>
                <a:cubicBezTo>
                  <a:pt x="1558136" y="0"/>
                  <a:pt x="1683781" y="125645"/>
                  <a:pt x="1683781" y="280636"/>
                </a:cubicBezTo>
                <a:lnTo>
                  <a:pt x="1683781" y="1405727"/>
                </a:lnTo>
                <a:cubicBezTo>
                  <a:pt x="1683781" y="1560718"/>
                  <a:pt x="1558136" y="1686363"/>
                  <a:pt x="1403145" y="1686363"/>
                </a:cubicBezTo>
                <a:lnTo>
                  <a:pt x="280636" y="1686363"/>
                </a:lnTo>
                <a:cubicBezTo>
                  <a:pt x="125645" y="1686363"/>
                  <a:pt x="0" y="1560718"/>
                  <a:pt x="0" y="1405727"/>
                </a:cubicBezTo>
                <a:lnTo>
                  <a:pt x="0" y="280636"/>
                </a:lnTo>
                <a:cubicBezTo>
                  <a:pt x="0" y="125645"/>
                  <a:pt x="125645" y="0"/>
                  <a:pt x="2806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任意多边形: 形状 12"/>
          <p:cNvSpPr>
            <a:spLocks noGrp="1"/>
          </p:cNvSpPr>
          <p:nvPr>
            <p:ph type="pic" sz="quarter" idx="12"/>
          </p:nvPr>
        </p:nvSpPr>
        <p:spPr>
          <a:xfrm>
            <a:off x="4195268" y="3906501"/>
            <a:ext cx="1683781" cy="1686363"/>
          </a:xfrm>
          <a:custGeom>
            <a:avLst/>
            <a:gdLst>
              <a:gd name="connsiteX0" fmla="*/ 280636 w 1683781"/>
              <a:gd name="connsiteY0" fmla="*/ 0 h 1686363"/>
              <a:gd name="connsiteX1" fmla="*/ 1403145 w 1683781"/>
              <a:gd name="connsiteY1" fmla="*/ 0 h 1686363"/>
              <a:gd name="connsiteX2" fmla="*/ 1683781 w 1683781"/>
              <a:gd name="connsiteY2" fmla="*/ 280636 h 1686363"/>
              <a:gd name="connsiteX3" fmla="*/ 1683781 w 1683781"/>
              <a:gd name="connsiteY3" fmla="*/ 1405727 h 1686363"/>
              <a:gd name="connsiteX4" fmla="*/ 1403145 w 1683781"/>
              <a:gd name="connsiteY4" fmla="*/ 1686363 h 1686363"/>
              <a:gd name="connsiteX5" fmla="*/ 280636 w 1683781"/>
              <a:gd name="connsiteY5" fmla="*/ 1686363 h 1686363"/>
              <a:gd name="connsiteX6" fmla="*/ 0 w 1683781"/>
              <a:gd name="connsiteY6" fmla="*/ 1405727 h 1686363"/>
              <a:gd name="connsiteX7" fmla="*/ 0 w 1683781"/>
              <a:gd name="connsiteY7" fmla="*/ 280636 h 1686363"/>
              <a:gd name="connsiteX8" fmla="*/ 280636 w 1683781"/>
              <a:gd name="connsiteY8" fmla="*/ 0 h 168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3781" h="1686363">
                <a:moveTo>
                  <a:pt x="280636" y="0"/>
                </a:moveTo>
                <a:lnTo>
                  <a:pt x="1403145" y="0"/>
                </a:lnTo>
                <a:cubicBezTo>
                  <a:pt x="1558136" y="0"/>
                  <a:pt x="1683781" y="125645"/>
                  <a:pt x="1683781" y="280636"/>
                </a:cubicBezTo>
                <a:lnTo>
                  <a:pt x="1683781" y="1405727"/>
                </a:lnTo>
                <a:cubicBezTo>
                  <a:pt x="1683781" y="1560718"/>
                  <a:pt x="1558136" y="1686363"/>
                  <a:pt x="1403145" y="1686363"/>
                </a:cubicBezTo>
                <a:lnTo>
                  <a:pt x="280636" y="1686363"/>
                </a:lnTo>
                <a:cubicBezTo>
                  <a:pt x="125645" y="1686363"/>
                  <a:pt x="0" y="1560718"/>
                  <a:pt x="0" y="1405727"/>
                </a:cubicBezTo>
                <a:lnTo>
                  <a:pt x="0" y="280636"/>
                </a:lnTo>
                <a:cubicBezTo>
                  <a:pt x="0" y="125645"/>
                  <a:pt x="125645" y="0"/>
                  <a:pt x="2806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任意多边形: 形状 14"/>
          <p:cNvSpPr>
            <a:spLocks noGrp="1"/>
          </p:cNvSpPr>
          <p:nvPr>
            <p:ph type="pic" sz="quarter" idx="13"/>
          </p:nvPr>
        </p:nvSpPr>
        <p:spPr>
          <a:xfrm>
            <a:off x="9519537" y="3906501"/>
            <a:ext cx="1683781" cy="1686363"/>
          </a:xfrm>
          <a:custGeom>
            <a:avLst/>
            <a:gdLst>
              <a:gd name="connsiteX0" fmla="*/ 280636 w 1683781"/>
              <a:gd name="connsiteY0" fmla="*/ 0 h 1686363"/>
              <a:gd name="connsiteX1" fmla="*/ 1403145 w 1683781"/>
              <a:gd name="connsiteY1" fmla="*/ 0 h 1686363"/>
              <a:gd name="connsiteX2" fmla="*/ 1683781 w 1683781"/>
              <a:gd name="connsiteY2" fmla="*/ 280636 h 1686363"/>
              <a:gd name="connsiteX3" fmla="*/ 1683781 w 1683781"/>
              <a:gd name="connsiteY3" fmla="*/ 1405727 h 1686363"/>
              <a:gd name="connsiteX4" fmla="*/ 1403145 w 1683781"/>
              <a:gd name="connsiteY4" fmla="*/ 1686363 h 1686363"/>
              <a:gd name="connsiteX5" fmla="*/ 280636 w 1683781"/>
              <a:gd name="connsiteY5" fmla="*/ 1686363 h 1686363"/>
              <a:gd name="connsiteX6" fmla="*/ 0 w 1683781"/>
              <a:gd name="connsiteY6" fmla="*/ 1405727 h 1686363"/>
              <a:gd name="connsiteX7" fmla="*/ 0 w 1683781"/>
              <a:gd name="connsiteY7" fmla="*/ 280636 h 1686363"/>
              <a:gd name="connsiteX8" fmla="*/ 280636 w 1683781"/>
              <a:gd name="connsiteY8" fmla="*/ 0 h 168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3781" h="1686363">
                <a:moveTo>
                  <a:pt x="280636" y="0"/>
                </a:moveTo>
                <a:lnTo>
                  <a:pt x="1403145" y="0"/>
                </a:lnTo>
                <a:cubicBezTo>
                  <a:pt x="1558136" y="0"/>
                  <a:pt x="1683781" y="125645"/>
                  <a:pt x="1683781" y="280636"/>
                </a:cubicBezTo>
                <a:lnTo>
                  <a:pt x="1683781" y="1405727"/>
                </a:lnTo>
                <a:cubicBezTo>
                  <a:pt x="1683781" y="1560718"/>
                  <a:pt x="1558136" y="1686363"/>
                  <a:pt x="1403145" y="1686363"/>
                </a:cubicBezTo>
                <a:lnTo>
                  <a:pt x="280636" y="1686363"/>
                </a:lnTo>
                <a:cubicBezTo>
                  <a:pt x="125645" y="1686363"/>
                  <a:pt x="0" y="1560718"/>
                  <a:pt x="0" y="1405727"/>
                </a:cubicBezTo>
                <a:lnTo>
                  <a:pt x="0" y="280636"/>
                </a:lnTo>
                <a:cubicBezTo>
                  <a:pt x="0" y="125645"/>
                  <a:pt x="125645" y="0"/>
                  <a:pt x="2806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>
            <a:spLocks noGrp="1"/>
          </p:cNvSpPr>
          <p:nvPr>
            <p:ph type="pic" sz="quarter" idx="10"/>
          </p:nvPr>
        </p:nvSpPr>
        <p:spPr>
          <a:xfrm>
            <a:off x="4210084" y="1805954"/>
            <a:ext cx="1698722" cy="1698158"/>
          </a:xfrm>
          <a:custGeom>
            <a:avLst/>
            <a:gdLst>
              <a:gd name="connsiteX0" fmla="*/ 849361 w 1698722"/>
              <a:gd name="connsiteY0" fmla="*/ 0 h 1698158"/>
              <a:gd name="connsiteX1" fmla="*/ 1698722 w 1698722"/>
              <a:gd name="connsiteY1" fmla="*/ 849079 h 1698158"/>
              <a:gd name="connsiteX2" fmla="*/ 849361 w 1698722"/>
              <a:gd name="connsiteY2" fmla="*/ 1698158 h 1698158"/>
              <a:gd name="connsiteX3" fmla="*/ 0 w 1698722"/>
              <a:gd name="connsiteY3" fmla="*/ 849079 h 1698158"/>
              <a:gd name="connsiteX4" fmla="*/ 849361 w 1698722"/>
              <a:gd name="connsiteY4" fmla="*/ 0 h 1698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722" h="1698158">
                <a:moveTo>
                  <a:pt x="849361" y="0"/>
                </a:moveTo>
                <a:cubicBezTo>
                  <a:pt x="1318450" y="0"/>
                  <a:pt x="1698722" y="380146"/>
                  <a:pt x="1698722" y="849079"/>
                </a:cubicBezTo>
                <a:cubicBezTo>
                  <a:pt x="1698722" y="1318012"/>
                  <a:pt x="1318450" y="1698158"/>
                  <a:pt x="849361" y="1698158"/>
                </a:cubicBezTo>
                <a:cubicBezTo>
                  <a:pt x="380272" y="1698158"/>
                  <a:pt x="0" y="1318012"/>
                  <a:pt x="0" y="849079"/>
                </a:cubicBezTo>
                <a:cubicBezTo>
                  <a:pt x="0" y="380146"/>
                  <a:pt x="380272" y="0"/>
                  <a:pt x="84936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1"/>
          </p:nvPr>
        </p:nvSpPr>
        <p:spPr>
          <a:xfrm>
            <a:off x="6187531" y="1805954"/>
            <a:ext cx="1698722" cy="1698158"/>
          </a:xfrm>
          <a:custGeom>
            <a:avLst/>
            <a:gdLst>
              <a:gd name="connsiteX0" fmla="*/ 849361 w 1698722"/>
              <a:gd name="connsiteY0" fmla="*/ 0 h 1698158"/>
              <a:gd name="connsiteX1" fmla="*/ 1698722 w 1698722"/>
              <a:gd name="connsiteY1" fmla="*/ 849079 h 1698158"/>
              <a:gd name="connsiteX2" fmla="*/ 849361 w 1698722"/>
              <a:gd name="connsiteY2" fmla="*/ 1698158 h 1698158"/>
              <a:gd name="connsiteX3" fmla="*/ 0 w 1698722"/>
              <a:gd name="connsiteY3" fmla="*/ 849079 h 1698158"/>
              <a:gd name="connsiteX4" fmla="*/ 849361 w 1698722"/>
              <a:gd name="connsiteY4" fmla="*/ 0 h 1698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722" h="1698158">
                <a:moveTo>
                  <a:pt x="849361" y="0"/>
                </a:moveTo>
                <a:cubicBezTo>
                  <a:pt x="1318450" y="0"/>
                  <a:pt x="1698722" y="380146"/>
                  <a:pt x="1698722" y="849079"/>
                </a:cubicBezTo>
                <a:cubicBezTo>
                  <a:pt x="1698722" y="1318012"/>
                  <a:pt x="1318450" y="1698158"/>
                  <a:pt x="849361" y="1698158"/>
                </a:cubicBezTo>
                <a:cubicBezTo>
                  <a:pt x="380272" y="1698158"/>
                  <a:pt x="0" y="1318012"/>
                  <a:pt x="0" y="849079"/>
                </a:cubicBezTo>
                <a:cubicBezTo>
                  <a:pt x="0" y="380146"/>
                  <a:pt x="380272" y="0"/>
                  <a:pt x="84936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任意多边形: 形状 14"/>
          <p:cNvSpPr>
            <a:spLocks noGrp="1"/>
          </p:cNvSpPr>
          <p:nvPr>
            <p:ph type="pic" sz="quarter" idx="12"/>
          </p:nvPr>
        </p:nvSpPr>
        <p:spPr>
          <a:xfrm>
            <a:off x="6196231" y="3712665"/>
            <a:ext cx="1698722" cy="1698158"/>
          </a:xfrm>
          <a:custGeom>
            <a:avLst/>
            <a:gdLst>
              <a:gd name="connsiteX0" fmla="*/ 849361 w 1698722"/>
              <a:gd name="connsiteY0" fmla="*/ 0 h 1698158"/>
              <a:gd name="connsiteX1" fmla="*/ 1698722 w 1698722"/>
              <a:gd name="connsiteY1" fmla="*/ 849079 h 1698158"/>
              <a:gd name="connsiteX2" fmla="*/ 849361 w 1698722"/>
              <a:gd name="connsiteY2" fmla="*/ 1698158 h 1698158"/>
              <a:gd name="connsiteX3" fmla="*/ 0 w 1698722"/>
              <a:gd name="connsiteY3" fmla="*/ 849079 h 1698158"/>
              <a:gd name="connsiteX4" fmla="*/ 849361 w 1698722"/>
              <a:gd name="connsiteY4" fmla="*/ 0 h 1698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722" h="1698158">
                <a:moveTo>
                  <a:pt x="849361" y="0"/>
                </a:moveTo>
                <a:cubicBezTo>
                  <a:pt x="1318450" y="0"/>
                  <a:pt x="1698722" y="380146"/>
                  <a:pt x="1698722" y="849079"/>
                </a:cubicBezTo>
                <a:cubicBezTo>
                  <a:pt x="1698722" y="1318012"/>
                  <a:pt x="1318450" y="1698158"/>
                  <a:pt x="849361" y="1698158"/>
                </a:cubicBezTo>
                <a:cubicBezTo>
                  <a:pt x="380272" y="1698158"/>
                  <a:pt x="0" y="1318012"/>
                  <a:pt x="0" y="849079"/>
                </a:cubicBezTo>
                <a:cubicBezTo>
                  <a:pt x="0" y="380146"/>
                  <a:pt x="380272" y="0"/>
                  <a:pt x="84936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任意多边形: 形状 13"/>
          <p:cNvSpPr>
            <a:spLocks noGrp="1"/>
          </p:cNvSpPr>
          <p:nvPr>
            <p:ph type="pic" sz="quarter" idx="13"/>
          </p:nvPr>
        </p:nvSpPr>
        <p:spPr>
          <a:xfrm>
            <a:off x="4229600" y="3712665"/>
            <a:ext cx="1674778" cy="1698158"/>
          </a:xfrm>
          <a:custGeom>
            <a:avLst/>
            <a:gdLst>
              <a:gd name="connsiteX0" fmla="*/ 849361 w 1674778"/>
              <a:gd name="connsiteY0" fmla="*/ 0 h 1698158"/>
              <a:gd name="connsiteX1" fmla="*/ 1631975 w 1674778"/>
              <a:gd name="connsiteY1" fmla="*/ 518580 h 1698158"/>
              <a:gd name="connsiteX2" fmla="*/ 1674778 w 1674778"/>
              <a:gd name="connsiteY2" fmla="*/ 656422 h 1698158"/>
              <a:gd name="connsiteX3" fmla="*/ 1674778 w 1674778"/>
              <a:gd name="connsiteY3" fmla="*/ 1041736 h 1698158"/>
              <a:gd name="connsiteX4" fmla="*/ 1631975 w 1674778"/>
              <a:gd name="connsiteY4" fmla="*/ 1179579 h 1698158"/>
              <a:gd name="connsiteX5" fmla="*/ 849361 w 1674778"/>
              <a:gd name="connsiteY5" fmla="*/ 1698158 h 1698158"/>
              <a:gd name="connsiteX6" fmla="*/ 0 w 1674778"/>
              <a:gd name="connsiteY6" fmla="*/ 849079 h 1698158"/>
              <a:gd name="connsiteX7" fmla="*/ 849361 w 1674778"/>
              <a:gd name="connsiteY7" fmla="*/ 0 h 1698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4778" h="1698158">
                <a:moveTo>
                  <a:pt x="849361" y="0"/>
                </a:moveTo>
                <a:cubicBezTo>
                  <a:pt x="1201178" y="0"/>
                  <a:pt x="1503035" y="213832"/>
                  <a:pt x="1631975" y="518580"/>
                </a:cubicBezTo>
                <a:lnTo>
                  <a:pt x="1674778" y="656422"/>
                </a:lnTo>
                <a:lnTo>
                  <a:pt x="1674778" y="1041736"/>
                </a:lnTo>
                <a:lnTo>
                  <a:pt x="1631975" y="1179579"/>
                </a:lnTo>
                <a:cubicBezTo>
                  <a:pt x="1503035" y="1484326"/>
                  <a:pt x="1201178" y="1698158"/>
                  <a:pt x="849361" y="1698158"/>
                </a:cubicBezTo>
                <a:cubicBezTo>
                  <a:pt x="380272" y="1698158"/>
                  <a:pt x="0" y="1318012"/>
                  <a:pt x="0" y="849079"/>
                </a:cubicBezTo>
                <a:cubicBezTo>
                  <a:pt x="0" y="380146"/>
                  <a:pt x="380272" y="0"/>
                  <a:pt x="84936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>
            <a:spLocks noGrp="1"/>
          </p:cNvSpPr>
          <p:nvPr>
            <p:ph type="pic" sz="quarter" idx="10"/>
          </p:nvPr>
        </p:nvSpPr>
        <p:spPr>
          <a:xfrm>
            <a:off x="1204227" y="1914893"/>
            <a:ext cx="1319022" cy="1319024"/>
          </a:xfrm>
          <a:custGeom>
            <a:avLst/>
            <a:gdLst>
              <a:gd name="connsiteX0" fmla="*/ 659511 w 1319022"/>
              <a:gd name="connsiteY0" fmla="*/ 0 h 1319024"/>
              <a:gd name="connsiteX1" fmla="*/ 1319022 w 1319022"/>
              <a:gd name="connsiteY1" fmla="*/ 659512 h 1319024"/>
              <a:gd name="connsiteX2" fmla="*/ 659511 w 1319022"/>
              <a:gd name="connsiteY2" fmla="*/ 1319024 h 1319024"/>
              <a:gd name="connsiteX3" fmla="*/ 0 w 1319022"/>
              <a:gd name="connsiteY3" fmla="*/ 659512 h 1319024"/>
              <a:gd name="connsiteX4" fmla="*/ 659511 w 1319022"/>
              <a:gd name="connsiteY4" fmla="*/ 0 h 131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022" h="1319024">
                <a:moveTo>
                  <a:pt x="659511" y="0"/>
                </a:moveTo>
                <a:cubicBezTo>
                  <a:pt x="1023749" y="0"/>
                  <a:pt x="1319022" y="295274"/>
                  <a:pt x="1319022" y="659512"/>
                </a:cubicBezTo>
                <a:cubicBezTo>
                  <a:pt x="1319022" y="1023750"/>
                  <a:pt x="1023749" y="1319024"/>
                  <a:pt x="659511" y="1319024"/>
                </a:cubicBezTo>
                <a:cubicBezTo>
                  <a:pt x="295273" y="1319024"/>
                  <a:pt x="0" y="1023750"/>
                  <a:pt x="0" y="659512"/>
                </a:cubicBezTo>
                <a:cubicBezTo>
                  <a:pt x="0" y="295274"/>
                  <a:pt x="295273" y="0"/>
                  <a:pt x="659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任意多边形: 形状 13"/>
          <p:cNvSpPr>
            <a:spLocks noGrp="1"/>
          </p:cNvSpPr>
          <p:nvPr>
            <p:ph type="pic" sz="quarter" idx="11"/>
          </p:nvPr>
        </p:nvSpPr>
        <p:spPr>
          <a:xfrm>
            <a:off x="1204227" y="4455911"/>
            <a:ext cx="1319022" cy="1319024"/>
          </a:xfrm>
          <a:custGeom>
            <a:avLst/>
            <a:gdLst>
              <a:gd name="connsiteX0" fmla="*/ 659511 w 1319022"/>
              <a:gd name="connsiteY0" fmla="*/ 0 h 1319024"/>
              <a:gd name="connsiteX1" fmla="*/ 1319022 w 1319022"/>
              <a:gd name="connsiteY1" fmla="*/ 659512 h 1319024"/>
              <a:gd name="connsiteX2" fmla="*/ 659511 w 1319022"/>
              <a:gd name="connsiteY2" fmla="*/ 1319024 h 1319024"/>
              <a:gd name="connsiteX3" fmla="*/ 0 w 1319022"/>
              <a:gd name="connsiteY3" fmla="*/ 659512 h 1319024"/>
              <a:gd name="connsiteX4" fmla="*/ 659511 w 1319022"/>
              <a:gd name="connsiteY4" fmla="*/ 0 h 131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022" h="1319024">
                <a:moveTo>
                  <a:pt x="659511" y="0"/>
                </a:moveTo>
                <a:cubicBezTo>
                  <a:pt x="1023749" y="0"/>
                  <a:pt x="1319022" y="295274"/>
                  <a:pt x="1319022" y="659512"/>
                </a:cubicBezTo>
                <a:cubicBezTo>
                  <a:pt x="1319022" y="1023750"/>
                  <a:pt x="1023749" y="1319024"/>
                  <a:pt x="659511" y="1319024"/>
                </a:cubicBezTo>
                <a:cubicBezTo>
                  <a:pt x="295273" y="1319024"/>
                  <a:pt x="0" y="1023750"/>
                  <a:pt x="0" y="659512"/>
                </a:cubicBezTo>
                <a:cubicBezTo>
                  <a:pt x="0" y="295274"/>
                  <a:pt x="295273" y="0"/>
                  <a:pt x="659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任意多边形: 形状 12"/>
          <p:cNvSpPr>
            <a:spLocks noGrp="1"/>
          </p:cNvSpPr>
          <p:nvPr>
            <p:ph type="pic" sz="quarter" idx="12"/>
          </p:nvPr>
        </p:nvSpPr>
        <p:spPr>
          <a:xfrm>
            <a:off x="6403146" y="1914893"/>
            <a:ext cx="1319022" cy="1319024"/>
          </a:xfrm>
          <a:custGeom>
            <a:avLst/>
            <a:gdLst>
              <a:gd name="connsiteX0" fmla="*/ 659511 w 1319022"/>
              <a:gd name="connsiteY0" fmla="*/ 0 h 1319024"/>
              <a:gd name="connsiteX1" fmla="*/ 1319022 w 1319022"/>
              <a:gd name="connsiteY1" fmla="*/ 659512 h 1319024"/>
              <a:gd name="connsiteX2" fmla="*/ 659511 w 1319022"/>
              <a:gd name="connsiteY2" fmla="*/ 1319024 h 1319024"/>
              <a:gd name="connsiteX3" fmla="*/ 0 w 1319022"/>
              <a:gd name="connsiteY3" fmla="*/ 659512 h 1319024"/>
              <a:gd name="connsiteX4" fmla="*/ 659511 w 1319022"/>
              <a:gd name="connsiteY4" fmla="*/ 0 h 131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022" h="1319024">
                <a:moveTo>
                  <a:pt x="659511" y="0"/>
                </a:moveTo>
                <a:cubicBezTo>
                  <a:pt x="1023749" y="0"/>
                  <a:pt x="1319022" y="295274"/>
                  <a:pt x="1319022" y="659512"/>
                </a:cubicBezTo>
                <a:cubicBezTo>
                  <a:pt x="1319022" y="1023750"/>
                  <a:pt x="1023749" y="1319024"/>
                  <a:pt x="659511" y="1319024"/>
                </a:cubicBezTo>
                <a:cubicBezTo>
                  <a:pt x="295273" y="1319024"/>
                  <a:pt x="0" y="1023750"/>
                  <a:pt x="0" y="659512"/>
                </a:cubicBezTo>
                <a:cubicBezTo>
                  <a:pt x="0" y="295274"/>
                  <a:pt x="295273" y="0"/>
                  <a:pt x="659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任意多边形: 形状 14"/>
          <p:cNvSpPr>
            <a:spLocks noGrp="1"/>
          </p:cNvSpPr>
          <p:nvPr>
            <p:ph type="pic" sz="quarter" idx="13"/>
          </p:nvPr>
        </p:nvSpPr>
        <p:spPr>
          <a:xfrm>
            <a:off x="6403146" y="4455911"/>
            <a:ext cx="1319022" cy="1319024"/>
          </a:xfrm>
          <a:custGeom>
            <a:avLst/>
            <a:gdLst>
              <a:gd name="connsiteX0" fmla="*/ 659511 w 1319022"/>
              <a:gd name="connsiteY0" fmla="*/ 0 h 1319024"/>
              <a:gd name="connsiteX1" fmla="*/ 1319022 w 1319022"/>
              <a:gd name="connsiteY1" fmla="*/ 659512 h 1319024"/>
              <a:gd name="connsiteX2" fmla="*/ 659511 w 1319022"/>
              <a:gd name="connsiteY2" fmla="*/ 1319024 h 1319024"/>
              <a:gd name="connsiteX3" fmla="*/ 0 w 1319022"/>
              <a:gd name="connsiteY3" fmla="*/ 659512 h 1319024"/>
              <a:gd name="connsiteX4" fmla="*/ 659511 w 1319022"/>
              <a:gd name="connsiteY4" fmla="*/ 0 h 131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022" h="1319024">
                <a:moveTo>
                  <a:pt x="659511" y="0"/>
                </a:moveTo>
                <a:cubicBezTo>
                  <a:pt x="1023749" y="0"/>
                  <a:pt x="1319022" y="295274"/>
                  <a:pt x="1319022" y="659512"/>
                </a:cubicBezTo>
                <a:cubicBezTo>
                  <a:pt x="1319022" y="1023750"/>
                  <a:pt x="1023749" y="1319024"/>
                  <a:pt x="659511" y="1319024"/>
                </a:cubicBezTo>
                <a:cubicBezTo>
                  <a:pt x="295273" y="1319024"/>
                  <a:pt x="0" y="1023750"/>
                  <a:pt x="0" y="659512"/>
                </a:cubicBezTo>
                <a:cubicBezTo>
                  <a:pt x="0" y="295274"/>
                  <a:pt x="295273" y="0"/>
                  <a:pt x="659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>
            <a:spLocks noGrp="1"/>
          </p:cNvSpPr>
          <p:nvPr>
            <p:ph type="pic" sz="quarter" idx="10"/>
          </p:nvPr>
        </p:nvSpPr>
        <p:spPr>
          <a:xfrm>
            <a:off x="874712" y="2053709"/>
            <a:ext cx="2224540" cy="2224540"/>
          </a:xfrm>
          <a:custGeom>
            <a:avLst/>
            <a:gdLst>
              <a:gd name="connsiteX0" fmla="*/ 0 w 2224540"/>
              <a:gd name="connsiteY0" fmla="*/ 0 h 2224540"/>
              <a:gd name="connsiteX1" fmla="*/ 2224540 w 2224540"/>
              <a:gd name="connsiteY1" fmla="*/ 0 h 2224540"/>
              <a:gd name="connsiteX2" fmla="*/ 2224540 w 2224540"/>
              <a:gd name="connsiteY2" fmla="*/ 2224540 h 2224540"/>
              <a:gd name="connsiteX3" fmla="*/ 0 w 2224540"/>
              <a:gd name="connsiteY3" fmla="*/ 2224540 h 222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4540" h="2224540">
                <a:moveTo>
                  <a:pt x="0" y="0"/>
                </a:moveTo>
                <a:lnTo>
                  <a:pt x="2224540" y="0"/>
                </a:lnTo>
                <a:lnTo>
                  <a:pt x="2224540" y="2224540"/>
                </a:lnTo>
                <a:lnTo>
                  <a:pt x="0" y="2224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15"/>
          <p:cNvSpPr>
            <a:spLocks noGrp="1"/>
          </p:cNvSpPr>
          <p:nvPr>
            <p:ph type="pic" sz="quarter" idx="11"/>
          </p:nvPr>
        </p:nvSpPr>
        <p:spPr>
          <a:xfrm>
            <a:off x="3614057" y="2053709"/>
            <a:ext cx="2224540" cy="2224540"/>
          </a:xfrm>
          <a:custGeom>
            <a:avLst/>
            <a:gdLst>
              <a:gd name="connsiteX0" fmla="*/ 0 w 2224540"/>
              <a:gd name="connsiteY0" fmla="*/ 0 h 2224540"/>
              <a:gd name="connsiteX1" fmla="*/ 2224540 w 2224540"/>
              <a:gd name="connsiteY1" fmla="*/ 0 h 2224540"/>
              <a:gd name="connsiteX2" fmla="*/ 2224540 w 2224540"/>
              <a:gd name="connsiteY2" fmla="*/ 2224540 h 2224540"/>
              <a:gd name="connsiteX3" fmla="*/ 0 w 2224540"/>
              <a:gd name="connsiteY3" fmla="*/ 2224540 h 222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4540" h="2224540">
                <a:moveTo>
                  <a:pt x="0" y="0"/>
                </a:moveTo>
                <a:lnTo>
                  <a:pt x="2224540" y="0"/>
                </a:lnTo>
                <a:lnTo>
                  <a:pt x="2224540" y="2224540"/>
                </a:lnTo>
                <a:lnTo>
                  <a:pt x="0" y="2224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16"/>
          <p:cNvSpPr>
            <a:spLocks noGrp="1"/>
          </p:cNvSpPr>
          <p:nvPr>
            <p:ph type="pic" sz="quarter" idx="12"/>
          </p:nvPr>
        </p:nvSpPr>
        <p:spPr>
          <a:xfrm>
            <a:off x="6353402" y="2053709"/>
            <a:ext cx="2224540" cy="2224540"/>
          </a:xfrm>
          <a:custGeom>
            <a:avLst/>
            <a:gdLst>
              <a:gd name="connsiteX0" fmla="*/ 0 w 2224540"/>
              <a:gd name="connsiteY0" fmla="*/ 0 h 2224540"/>
              <a:gd name="connsiteX1" fmla="*/ 2224540 w 2224540"/>
              <a:gd name="connsiteY1" fmla="*/ 0 h 2224540"/>
              <a:gd name="connsiteX2" fmla="*/ 2224540 w 2224540"/>
              <a:gd name="connsiteY2" fmla="*/ 2224540 h 2224540"/>
              <a:gd name="connsiteX3" fmla="*/ 0 w 2224540"/>
              <a:gd name="connsiteY3" fmla="*/ 2224540 h 222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4540" h="2224540">
                <a:moveTo>
                  <a:pt x="0" y="0"/>
                </a:moveTo>
                <a:lnTo>
                  <a:pt x="2224540" y="0"/>
                </a:lnTo>
                <a:lnTo>
                  <a:pt x="2224540" y="2224540"/>
                </a:lnTo>
                <a:lnTo>
                  <a:pt x="0" y="2224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任意多边形: 形状 17"/>
          <p:cNvSpPr>
            <a:spLocks noGrp="1"/>
          </p:cNvSpPr>
          <p:nvPr>
            <p:ph type="pic" sz="quarter" idx="13"/>
          </p:nvPr>
        </p:nvSpPr>
        <p:spPr>
          <a:xfrm>
            <a:off x="9092748" y="2053709"/>
            <a:ext cx="2224540" cy="2224540"/>
          </a:xfrm>
          <a:custGeom>
            <a:avLst/>
            <a:gdLst>
              <a:gd name="connsiteX0" fmla="*/ 0 w 2224540"/>
              <a:gd name="connsiteY0" fmla="*/ 0 h 2224540"/>
              <a:gd name="connsiteX1" fmla="*/ 2224540 w 2224540"/>
              <a:gd name="connsiteY1" fmla="*/ 0 h 2224540"/>
              <a:gd name="connsiteX2" fmla="*/ 2224540 w 2224540"/>
              <a:gd name="connsiteY2" fmla="*/ 2224540 h 2224540"/>
              <a:gd name="connsiteX3" fmla="*/ 0 w 2224540"/>
              <a:gd name="connsiteY3" fmla="*/ 2224540 h 222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4540" h="2224540">
                <a:moveTo>
                  <a:pt x="0" y="0"/>
                </a:moveTo>
                <a:lnTo>
                  <a:pt x="2224540" y="0"/>
                </a:lnTo>
                <a:lnTo>
                  <a:pt x="2224540" y="2224540"/>
                </a:lnTo>
                <a:lnTo>
                  <a:pt x="0" y="22245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>
            <a:spLocks noGrp="1"/>
          </p:cNvSpPr>
          <p:nvPr>
            <p:ph type="pic" sz="quarter" idx="10"/>
          </p:nvPr>
        </p:nvSpPr>
        <p:spPr>
          <a:xfrm>
            <a:off x="874712" y="3962400"/>
            <a:ext cx="3287926" cy="1854200"/>
          </a:xfrm>
          <a:custGeom>
            <a:avLst/>
            <a:gdLst>
              <a:gd name="connsiteX0" fmla="*/ 0 w 3287926"/>
              <a:gd name="connsiteY0" fmla="*/ 0 h 1854200"/>
              <a:gd name="connsiteX1" fmla="*/ 3287926 w 3287926"/>
              <a:gd name="connsiteY1" fmla="*/ 0 h 1854200"/>
              <a:gd name="connsiteX2" fmla="*/ 3287926 w 3287926"/>
              <a:gd name="connsiteY2" fmla="*/ 1854200 h 1854200"/>
              <a:gd name="connsiteX3" fmla="*/ 0 w 3287926"/>
              <a:gd name="connsiteY3" fmla="*/ 185420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7926" h="1854200">
                <a:moveTo>
                  <a:pt x="0" y="0"/>
                </a:moveTo>
                <a:lnTo>
                  <a:pt x="3287926" y="0"/>
                </a:lnTo>
                <a:lnTo>
                  <a:pt x="3287926" y="1854200"/>
                </a:lnTo>
                <a:lnTo>
                  <a:pt x="0" y="1854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15"/>
          <p:cNvSpPr>
            <a:spLocks noGrp="1"/>
          </p:cNvSpPr>
          <p:nvPr>
            <p:ph type="pic" sz="quarter" idx="11"/>
          </p:nvPr>
        </p:nvSpPr>
        <p:spPr>
          <a:xfrm>
            <a:off x="4452036" y="1905000"/>
            <a:ext cx="3287926" cy="1854200"/>
          </a:xfrm>
          <a:custGeom>
            <a:avLst/>
            <a:gdLst>
              <a:gd name="connsiteX0" fmla="*/ 0 w 3287926"/>
              <a:gd name="connsiteY0" fmla="*/ 0 h 1854200"/>
              <a:gd name="connsiteX1" fmla="*/ 3287926 w 3287926"/>
              <a:gd name="connsiteY1" fmla="*/ 0 h 1854200"/>
              <a:gd name="connsiteX2" fmla="*/ 3287926 w 3287926"/>
              <a:gd name="connsiteY2" fmla="*/ 1854200 h 1854200"/>
              <a:gd name="connsiteX3" fmla="*/ 0 w 3287926"/>
              <a:gd name="connsiteY3" fmla="*/ 185420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7926" h="1854200">
                <a:moveTo>
                  <a:pt x="0" y="0"/>
                </a:moveTo>
                <a:lnTo>
                  <a:pt x="3287926" y="0"/>
                </a:lnTo>
                <a:lnTo>
                  <a:pt x="3287926" y="1854200"/>
                </a:lnTo>
                <a:lnTo>
                  <a:pt x="0" y="1854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任意多边形: 形状 17"/>
          <p:cNvSpPr>
            <a:spLocks noGrp="1"/>
          </p:cNvSpPr>
          <p:nvPr>
            <p:ph type="pic" sz="quarter" idx="12"/>
          </p:nvPr>
        </p:nvSpPr>
        <p:spPr>
          <a:xfrm>
            <a:off x="8029361" y="3962400"/>
            <a:ext cx="3287926" cy="1854200"/>
          </a:xfrm>
          <a:custGeom>
            <a:avLst/>
            <a:gdLst>
              <a:gd name="connsiteX0" fmla="*/ 0 w 3287926"/>
              <a:gd name="connsiteY0" fmla="*/ 0 h 1854200"/>
              <a:gd name="connsiteX1" fmla="*/ 3287926 w 3287926"/>
              <a:gd name="connsiteY1" fmla="*/ 0 h 1854200"/>
              <a:gd name="connsiteX2" fmla="*/ 3287926 w 3287926"/>
              <a:gd name="connsiteY2" fmla="*/ 1854200 h 1854200"/>
              <a:gd name="connsiteX3" fmla="*/ 0 w 3287926"/>
              <a:gd name="connsiteY3" fmla="*/ 1854200 h 185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7926" h="1854200">
                <a:moveTo>
                  <a:pt x="0" y="0"/>
                </a:moveTo>
                <a:lnTo>
                  <a:pt x="3287926" y="0"/>
                </a:lnTo>
                <a:lnTo>
                  <a:pt x="3287926" y="1854200"/>
                </a:lnTo>
                <a:lnTo>
                  <a:pt x="0" y="1854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>
            <a:spLocks noGrp="1"/>
          </p:cNvSpPr>
          <p:nvPr>
            <p:ph type="pic" sz="quarter" idx="10"/>
          </p:nvPr>
        </p:nvSpPr>
        <p:spPr>
          <a:xfrm>
            <a:off x="874713" y="1828800"/>
            <a:ext cx="2448820" cy="4038600"/>
          </a:xfrm>
          <a:custGeom>
            <a:avLst/>
            <a:gdLst>
              <a:gd name="connsiteX0" fmla="*/ 0 w 2448820"/>
              <a:gd name="connsiteY0" fmla="*/ 0 h 4038600"/>
              <a:gd name="connsiteX1" fmla="*/ 2448820 w 2448820"/>
              <a:gd name="connsiteY1" fmla="*/ 0 h 4038600"/>
              <a:gd name="connsiteX2" fmla="*/ 2448820 w 2448820"/>
              <a:gd name="connsiteY2" fmla="*/ 4038600 h 4038600"/>
              <a:gd name="connsiteX3" fmla="*/ 0 w 2448820"/>
              <a:gd name="connsiteY3" fmla="*/ 4038600 h 40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8820" h="4038600">
                <a:moveTo>
                  <a:pt x="0" y="0"/>
                </a:moveTo>
                <a:lnTo>
                  <a:pt x="2448820" y="0"/>
                </a:lnTo>
                <a:lnTo>
                  <a:pt x="2448820" y="4038600"/>
                </a:lnTo>
                <a:lnTo>
                  <a:pt x="0" y="4038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1"/>
          </p:nvPr>
        </p:nvSpPr>
        <p:spPr>
          <a:xfrm>
            <a:off x="6203883" y="1828800"/>
            <a:ext cx="2448820" cy="4038600"/>
          </a:xfrm>
          <a:custGeom>
            <a:avLst/>
            <a:gdLst>
              <a:gd name="connsiteX0" fmla="*/ 0 w 2448820"/>
              <a:gd name="connsiteY0" fmla="*/ 0 h 4038600"/>
              <a:gd name="connsiteX1" fmla="*/ 2448820 w 2448820"/>
              <a:gd name="connsiteY1" fmla="*/ 0 h 4038600"/>
              <a:gd name="connsiteX2" fmla="*/ 2448820 w 2448820"/>
              <a:gd name="connsiteY2" fmla="*/ 4038600 h 4038600"/>
              <a:gd name="connsiteX3" fmla="*/ 0 w 2448820"/>
              <a:gd name="connsiteY3" fmla="*/ 4038600 h 40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8820" h="4038600">
                <a:moveTo>
                  <a:pt x="0" y="0"/>
                </a:moveTo>
                <a:lnTo>
                  <a:pt x="2448820" y="0"/>
                </a:lnTo>
                <a:lnTo>
                  <a:pt x="2448820" y="4038600"/>
                </a:lnTo>
                <a:lnTo>
                  <a:pt x="0" y="4038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158B01-1B94-410B-955F-6A222A70BF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3A7E1F-F86D-4EC0-8623-A67CB04E39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BA09-1BBB-44E5-95B3-402DC97A4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A1304B-C776-4DE5-B34F-DDDE06A819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Click="0" advTm="7000">
        <p15:prstTrans prst="drape"/>
      </p:transition>
    </mc:Choice>
    <mc:Fallback>
      <p:transition spd="slow" advClick="0" advTm="7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3BA09-1BBB-44E5-95B3-402DC97A4D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A1304B-C776-4DE5-B34F-DDDE06A819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Click="0" advTm="7000">
        <p15:prstTrans prst="drape"/>
      </p:transition>
    </mc:Choice>
    <mc:Fallback>
      <p:transition spd="slow" advClick="0" advTm="7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3048"/>
            <a:ext cx="12192000" cy="685190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Requires="p14" p14:dur="1000" advTm="7000">
        <p15:prstTrans prst="drape"/>
      </p:transition>
    </mc:Choice>
    <mc:Fallback>
      <p:transition advTm="7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5" Type="http://schemas.openxmlformats.org/officeDocument/2006/relationships/notesSlide" Target="../notesSlides/notesSlide9.xml"/><Relationship Id="rId34" Type="http://schemas.openxmlformats.org/officeDocument/2006/relationships/slideLayout" Target="../slideLayouts/slideLayout3.xml"/><Relationship Id="rId33" Type="http://schemas.openxmlformats.org/officeDocument/2006/relationships/tags" Target="../tags/tag65.xml"/><Relationship Id="rId32" Type="http://schemas.openxmlformats.org/officeDocument/2006/relationships/tags" Target="../tags/tag64.xml"/><Relationship Id="rId31" Type="http://schemas.openxmlformats.org/officeDocument/2006/relationships/tags" Target="../tags/tag63.xml"/><Relationship Id="rId30" Type="http://schemas.openxmlformats.org/officeDocument/2006/relationships/tags" Target="../tags/tag62.xml"/><Relationship Id="rId3" Type="http://schemas.openxmlformats.org/officeDocument/2006/relationships/tags" Target="../tags/tag35.xml"/><Relationship Id="rId29" Type="http://schemas.openxmlformats.org/officeDocument/2006/relationships/tags" Target="../tags/tag61.xml"/><Relationship Id="rId28" Type="http://schemas.openxmlformats.org/officeDocument/2006/relationships/tags" Target="../tags/tag60.xml"/><Relationship Id="rId27" Type="http://schemas.openxmlformats.org/officeDocument/2006/relationships/tags" Target="../tags/tag59.xml"/><Relationship Id="rId26" Type="http://schemas.openxmlformats.org/officeDocument/2006/relationships/tags" Target="../tags/tag58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过程 3"/>
          <p:cNvSpPr/>
          <p:nvPr/>
        </p:nvSpPr>
        <p:spPr>
          <a:xfrm>
            <a:off x="0" y="-1"/>
            <a:ext cx="12192000" cy="3945700"/>
          </a:xfrm>
          <a:prstGeom prst="flowChartProcess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635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7175" y="4265930"/>
            <a:ext cx="1152652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PDL Handle a PR Crisis</a:t>
            </a:r>
            <a:endParaRPr lang="en-US" altLang="zh-CN" sz="60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8680" y="5511165"/>
            <a:ext cx="10454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Group numbers</a:t>
            </a:r>
            <a:r>
              <a:rPr lang="zh-CN" altLang="en-US" sz="2800" dirty="0"/>
              <a:t>：</a:t>
            </a:r>
            <a:r>
              <a:rPr lang="en-US" altLang="zh-CN" sz="2800" dirty="0"/>
              <a:t>Jocelyn, Rin, </a:t>
            </a:r>
            <a:r>
              <a:rPr lang="en-US" altLang="zh-CN" sz="2800" dirty="0">
                <a:sym typeface="+mn-ea"/>
              </a:rPr>
              <a:t>Cecilia, Judy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Click="0" advTm="7000">
        <p15:prstTrans prst="drape"/>
      </p:transition>
    </mc:Choice>
    <mc:Fallback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/>
          <p:nvPr>
            <p:ph type="pic" sz="quarter" idx="11"/>
          </p:nvPr>
        </p:nvSpPr>
        <p:spPr/>
      </p:sp>
      <p:sp>
        <p:nvSpPr>
          <p:cNvPr id="5" name="Rectangle 27"/>
          <p:cNvSpPr/>
          <p:nvPr/>
        </p:nvSpPr>
        <p:spPr>
          <a:xfrm>
            <a:off x="0" y="-8003"/>
            <a:ext cx="12211295" cy="3309193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grpSp>
        <p:nvGrpSpPr>
          <p:cNvPr id="6" name="Group 4"/>
          <p:cNvGrpSpPr/>
          <p:nvPr/>
        </p:nvGrpSpPr>
        <p:grpSpPr>
          <a:xfrm rot="5400000">
            <a:off x="4005897" y="-205423"/>
            <a:ext cx="3810635" cy="6998335"/>
            <a:chOff x="-3934639" y="1125538"/>
            <a:chExt cx="2683689" cy="4862513"/>
          </a:xfrm>
        </p:grpSpPr>
        <p:sp>
          <p:nvSpPr>
            <p:cNvPr id="11" name="Freeform: Shape 6"/>
            <p:cNvSpPr/>
            <p:nvPr/>
          </p:nvSpPr>
          <p:spPr bwMode="auto">
            <a:xfrm>
              <a:off x="-3741738" y="1125538"/>
              <a:ext cx="2478087" cy="4862513"/>
            </a:xfrm>
            <a:custGeom>
              <a:avLst/>
              <a:gdLst>
                <a:gd name="T0" fmla="*/ 1393 w 1393"/>
                <a:gd name="T1" fmla="*/ 2559 h 2739"/>
                <a:gd name="T2" fmla="*/ 1213 w 1393"/>
                <a:gd name="T3" fmla="*/ 2739 h 2739"/>
                <a:gd name="T4" fmla="*/ 180 w 1393"/>
                <a:gd name="T5" fmla="*/ 2739 h 2739"/>
                <a:gd name="T6" fmla="*/ 0 w 1393"/>
                <a:gd name="T7" fmla="*/ 2559 h 2739"/>
                <a:gd name="T8" fmla="*/ 0 w 1393"/>
                <a:gd name="T9" fmla="*/ 180 h 2739"/>
                <a:gd name="T10" fmla="*/ 180 w 1393"/>
                <a:gd name="T11" fmla="*/ 0 h 2739"/>
                <a:gd name="T12" fmla="*/ 1213 w 1393"/>
                <a:gd name="T13" fmla="*/ 0 h 2739"/>
                <a:gd name="T14" fmla="*/ 1393 w 1393"/>
                <a:gd name="T15" fmla="*/ 180 h 2739"/>
                <a:gd name="T16" fmla="*/ 1393 w 1393"/>
                <a:gd name="T17" fmla="*/ 2559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3" h="2739">
                  <a:moveTo>
                    <a:pt x="1393" y="2559"/>
                  </a:moveTo>
                  <a:cubicBezTo>
                    <a:pt x="1393" y="2658"/>
                    <a:pt x="1312" y="2739"/>
                    <a:pt x="1213" y="2739"/>
                  </a:cubicBezTo>
                  <a:cubicBezTo>
                    <a:pt x="180" y="2739"/>
                    <a:pt x="180" y="2739"/>
                    <a:pt x="180" y="2739"/>
                  </a:cubicBezTo>
                  <a:cubicBezTo>
                    <a:pt x="81" y="2739"/>
                    <a:pt x="0" y="2658"/>
                    <a:pt x="0" y="2559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312" y="0"/>
                    <a:pt x="1393" y="81"/>
                    <a:pt x="1393" y="180"/>
                  </a:cubicBezTo>
                  <a:cubicBezTo>
                    <a:pt x="1393" y="2559"/>
                    <a:pt x="1393" y="2559"/>
                    <a:pt x="1393" y="2559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Freeform: Shape 7"/>
            <p:cNvSpPr/>
            <p:nvPr/>
          </p:nvSpPr>
          <p:spPr bwMode="auto">
            <a:xfrm>
              <a:off x="-3713163" y="1141413"/>
              <a:ext cx="2430462" cy="4830763"/>
            </a:xfrm>
            <a:custGeom>
              <a:avLst/>
              <a:gdLst>
                <a:gd name="T0" fmla="*/ 1366 w 1366"/>
                <a:gd name="T1" fmla="*/ 2542 h 2721"/>
                <a:gd name="T2" fmla="*/ 1189 w 1366"/>
                <a:gd name="T3" fmla="*/ 2721 h 2721"/>
                <a:gd name="T4" fmla="*/ 176 w 1366"/>
                <a:gd name="T5" fmla="*/ 2721 h 2721"/>
                <a:gd name="T6" fmla="*/ 0 w 1366"/>
                <a:gd name="T7" fmla="*/ 2542 h 2721"/>
                <a:gd name="T8" fmla="*/ 0 w 1366"/>
                <a:gd name="T9" fmla="*/ 179 h 2721"/>
                <a:gd name="T10" fmla="*/ 176 w 1366"/>
                <a:gd name="T11" fmla="*/ 0 h 2721"/>
                <a:gd name="T12" fmla="*/ 1189 w 1366"/>
                <a:gd name="T13" fmla="*/ 0 h 2721"/>
                <a:gd name="T14" fmla="*/ 1366 w 1366"/>
                <a:gd name="T15" fmla="*/ 179 h 2721"/>
                <a:gd name="T16" fmla="*/ 1366 w 1366"/>
                <a:gd name="T17" fmla="*/ 2542 h 2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6" h="2721">
                  <a:moveTo>
                    <a:pt x="1366" y="2542"/>
                  </a:moveTo>
                  <a:cubicBezTo>
                    <a:pt x="1366" y="2641"/>
                    <a:pt x="1287" y="2721"/>
                    <a:pt x="1189" y="2721"/>
                  </a:cubicBezTo>
                  <a:cubicBezTo>
                    <a:pt x="176" y="2721"/>
                    <a:pt x="176" y="2721"/>
                    <a:pt x="176" y="2721"/>
                  </a:cubicBezTo>
                  <a:cubicBezTo>
                    <a:pt x="79" y="2721"/>
                    <a:pt x="0" y="2641"/>
                    <a:pt x="0" y="254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9" y="0"/>
                    <a:pt x="176" y="0"/>
                  </a:cubicBezTo>
                  <a:cubicBezTo>
                    <a:pt x="1189" y="0"/>
                    <a:pt x="1189" y="0"/>
                    <a:pt x="1189" y="0"/>
                  </a:cubicBezTo>
                  <a:cubicBezTo>
                    <a:pt x="1287" y="0"/>
                    <a:pt x="1366" y="80"/>
                    <a:pt x="1366" y="179"/>
                  </a:cubicBezTo>
                  <a:cubicBezTo>
                    <a:pt x="1366" y="2542"/>
                    <a:pt x="1366" y="2542"/>
                    <a:pt x="1366" y="2542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Oval 8"/>
            <p:cNvSpPr/>
            <p:nvPr/>
          </p:nvSpPr>
          <p:spPr bwMode="auto">
            <a:xfrm>
              <a:off x="-2693988" y="5486400"/>
              <a:ext cx="403225" cy="40163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Oval 9"/>
            <p:cNvSpPr/>
            <p:nvPr/>
          </p:nvSpPr>
          <p:spPr bwMode="auto">
            <a:xfrm>
              <a:off x="-2673350" y="5507038"/>
              <a:ext cx="361950" cy="360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Freeform: Shape 10"/>
            <p:cNvSpPr/>
            <p:nvPr/>
          </p:nvSpPr>
          <p:spPr bwMode="auto">
            <a:xfrm>
              <a:off x="-2520950" y="1254125"/>
              <a:ext cx="47625" cy="46038"/>
            </a:xfrm>
            <a:custGeom>
              <a:avLst/>
              <a:gdLst>
                <a:gd name="T0" fmla="*/ 13 w 27"/>
                <a:gd name="T1" fmla="*/ 0 h 26"/>
                <a:gd name="T2" fmla="*/ 0 w 27"/>
                <a:gd name="T3" fmla="*/ 13 h 26"/>
                <a:gd name="T4" fmla="*/ 13 w 27"/>
                <a:gd name="T5" fmla="*/ 26 h 26"/>
                <a:gd name="T6" fmla="*/ 25 w 27"/>
                <a:gd name="T7" fmla="*/ 13 h 26"/>
                <a:gd name="T8" fmla="*/ 27 w 27"/>
                <a:gd name="T9" fmla="*/ 13 h 26"/>
                <a:gd name="T10" fmla="*/ 27 w 27"/>
                <a:gd name="T11" fmla="*/ 13 h 26"/>
                <a:gd name="T12" fmla="*/ 25 w 27"/>
                <a:gd name="T13" fmla="*/ 13 h 26"/>
                <a:gd name="T14" fmla="*/ 13 w 27"/>
                <a:gd name="T1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Freeform: Shape 11"/>
            <p:cNvSpPr/>
            <p:nvPr/>
          </p:nvSpPr>
          <p:spPr bwMode="auto">
            <a:xfrm>
              <a:off x="-2528888" y="1246188"/>
              <a:ext cx="58737" cy="60325"/>
            </a:xfrm>
            <a:custGeom>
              <a:avLst/>
              <a:gdLst>
                <a:gd name="T0" fmla="*/ 33 w 33"/>
                <a:gd name="T1" fmla="*/ 17 h 34"/>
                <a:gd name="T2" fmla="*/ 33 w 33"/>
                <a:gd name="T3" fmla="*/ 17 h 34"/>
                <a:gd name="T4" fmla="*/ 33 w 33"/>
                <a:gd name="T5" fmla="*/ 17 h 34"/>
                <a:gd name="T6" fmla="*/ 17 w 33"/>
                <a:gd name="T7" fmla="*/ 0 h 34"/>
                <a:gd name="T8" fmla="*/ 0 w 33"/>
                <a:gd name="T9" fmla="*/ 17 h 34"/>
                <a:gd name="T10" fmla="*/ 17 w 33"/>
                <a:gd name="T11" fmla="*/ 34 h 34"/>
                <a:gd name="T12" fmla="*/ 33 w 33"/>
                <a:gd name="T13" fmla="*/ 17 h 34"/>
                <a:gd name="T14" fmla="*/ 31 w 33"/>
                <a:gd name="T15" fmla="*/ 17 h 34"/>
                <a:gd name="T16" fmla="*/ 29 w 33"/>
                <a:gd name="T17" fmla="*/ 17 h 34"/>
                <a:gd name="T18" fmla="*/ 17 w 33"/>
                <a:gd name="T19" fmla="*/ 30 h 34"/>
                <a:gd name="T20" fmla="*/ 4 w 33"/>
                <a:gd name="T21" fmla="*/ 17 h 34"/>
                <a:gd name="T22" fmla="*/ 17 w 33"/>
                <a:gd name="T23" fmla="*/ 4 h 34"/>
                <a:gd name="T24" fmla="*/ 29 w 33"/>
                <a:gd name="T25" fmla="*/ 17 h 34"/>
                <a:gd name="T26" fmla="*/ 31 w 33"/>
                <a:gd name="T27" fmla="*/ 17 h 34"/>
                <a:gd name="T28" fmla="*/ 33 w 33"/>
                <a:gd name="T29" fmla="*/ 17 h 34"/>
                <a:gd name="T30" fmla="*/ 33 w 33"/>
                <a:gd name="T31" fmla="*/ 17 h 34"/>
                <a:gd name="T32" fmla="*/ 17 w 33"/>
                <a:gd name="T3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34">
                  <a:moveTo>
                    <a:pt x="33" y="17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moveTo>
                    <a:pt x="17" y="0"/>
                  </a:move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29" y="10"/>
                    <a:pt x="29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Freeform: Shape 12"/>
            <p:cNvSpPr/>
            <p:nvPr/>
          </p:nvSpPr>
          <p:spPr bwMode="auto">
            <a:xfrm>
              <a:off x="-2930525" y="1395413"/>
              <a:ext cx="77787" cy="74613"/>
            </a:xfrm>
            <a:custGeom>
              <a:avLst/>
              <a:gdLst>
                <a:gd name="T0" fmla="*/ 21 w 44"/>
                <a:gd name="T1" fmla="*/ 0 h 42"/>
                <a:gd name="T2" fmla="*/ 6 w 44"/>
                <a:gd name="T3" fmla="*/ 6 h 42"/>
                <a:gd name="T4" fmla="*/ 0 w 44"/>
                <a:gd name="T5" fmla="*/ 21 h 42"/>
                <a:gd name="T6" fmla="*/ 6 w 44"/>
                <a:gd name="T7" fmla="*/ 36 h 42"/>
                <a:gd name="T8" fmla="*/ 21 w 44"/>
                <a:gd name="T9" fmla="*/ 42 h 42"/>
                <a:gd name="T10" fmla="*/ 36 w 44"/>
                <a:gd name="T11" fmla="*/ 36 h 42"/>
                <a:gd name="T12" fmla="*/ 42 w 44"/>
                <a:gd name="T13" fmla="*/ 21 h 42"/>
                <a:gd name="T14" fmla="*/ 44 w 44"/>
                <a:gd name="T15" fmla="*/ 21 h 42"/>
                <a:gd name="T16" fmla="*/ 44 w 44"/>
                <a:gd name="T17" fmla="*/ 21 h 42"/>
                <a:gd name="T18" fmla="*/ 42 w 44"/>
                <a:gd name="T19" fmla="*/ 21 h 42"/>
                <a:gd name="T20" fmla="*/ 36 w 44"/>
                <a:gd name="T21" fmla="*/ 6 h 42"/>
                <a:gd name="T22" fmla="*/ 21 w 44"/>
                <a:gd name="T2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42">
                  <a:moveTo>
                    <a:pt x="21" y="0"/>
                  </a:moveTo>
                  <a:cubicBezTo>
                    <a:pt x="15" y="0"/>
                    <a:pt x="10" y="3"/>
                    <a:pt x="6" y="6"/>
                  </a:cubicBezTo>
                  <a:cubicBezTo>
                    <a:pt x="3" y="10"/>
                    <a:pt x="0" y="15"/>
                    <a:pt x="0" y="21"/>
                  </a:cubicBezTo>
                  <a:cubicBezTo>
                    <a:pt x="0" y="27"/>
                    <a:pt x="3" y="32"/>
                    <a:pt x="6" y="36"/>
                  </a:cubicBezTo>
                  <a:cubicBezTo>
                    <a:pt x="10" y="39"/>
                    <a:pt x="15" y="42"/>
                    <a:pt x="21" y="42"/>
                  </a:cubicBezTo>
                  <a:cubicBezTo>
                    <a:pt x="27" y="42"/>
                    <a:pt x="32" y="39"/>
                    <a:pt x="36" y="36"/>
                  </a:cubicBezTo>
                  <a:cubicBezTo>
                    <a:pt x="39" y="32"/>
                    <a:pt x="42" y="27"/>
                    <a:pt x="42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15"/>
                    <a:pt x="39" y="10"/>
                    <a:pt x="36" y="6"/>
                  </a:cubicBezTo>
                  <a:cubicBezTo>
                    <a:pt x="32" y="3"/>
                    <a:pt x="27" y="0"/>
                    <a:pt x="21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Freeform: Shape 13"/>
            <p:cNvSpPr/>
            <p:nvPr/>
          </p:nvSpPr>
          <p:spPr bwMode="auto">
            <a:xfrm>
              <a:off x="-2938463" y="1389063"/>
              <a:ext cx="88900" cy="88900"/>
            </a:xfrm>
            <a:custGeom>
              <a:avLst/>
              <a:gdLst>
                <a:gd name="T0" fmla="*/ 50 w 50"/>
                <a:gd name="T1" fmla="*/ 25 h 50"/>
                <a:gd name="T2" fmla="*/ 50 w 50"/>
                <a:gd name="T3" fmla="*/ 25 h 50"/>
                <a:gd name="T4" fmla="*/ 50 w 50"/>
                <a:gd name="T5" fmla="*/ 25 h 50"/>
                <a:gd name="T6" fmla="*/ 25 w 50"/>
                <a:gd name="T7" fmla="*/ 0 h 50"/>
                <a:gd name="T8" fmla="*/ 0 w 50"/>
                <a:gd name="T9" fmla="*/ 25 h 50"/>
                <a:gd name="T10" fmla="*/ 25 w 50"/>
                <a:gd name="T11" fmla="*/ 50 h 50"/>
                <a:gd name="T12" fmla="*/ 50 w 50"/>
                <a:gd name="T13" fmla="*/ 25 h 50"/>
                <a:gd name="T14" fmla="*/ 48 w 50"/>
                <a:gd name="T15" fmla="*/ 25 h 50"/>
                <a:gd name="T16" fmla="*/ 46 w 50"/>
                <a:gd name="T17" fmla="*/ 25 h 50"/>
                <a:gd name="T18" fmla="*/ 40 w 50"/>
                <a:gd name="T19" fmla="*/ 40 h 50"/>
                <a:gd name="T20" fmla="*/ 25 w 50"/>
                <a:gd name="T21" fmla="*/ 46 h 50"/>
                <a:gd name="T22" fmla="*/ 10 w 50"/>
                <a:gd name="T23" fmla="*/ 40 h 50"/>
                <a:gd name="T24" fmla="*/ 4 w 50"/>
                <a:gd name="T25" fmla="*/ 25 h 50"/>
                <a:gd name="T26" fmla="*/ 10 w 50"/>
                <a:gd name="T27" fmla="*/ 10 h 50"/>
                <a:gd name="T28" fmla="*/ 25 w 50"/>
                <a:gd name="T29" fmla="*/ 4 h 50"/>
                <a:gd name="T30" fmla="*/ 40 w 50"/>
                <a:gd name="T31" fmla="*/ 10 h 50"/>
                <a:gd name="T32" fmla="*/ 46 w 50"/>
                <a:gd name="T33" fmla="*/ 25 h 50"/>
                <a:gd name="T34" fmla="*/ 48 w 50"/>
                <a:gd name="T35" fmla="*/ 25 h 50"/>
                <a:gd name="T36" fmla="*/ 50 w 50"/>
                <a:gd name="T37" fmla="*/ 25 h 50"/>
                <a:gd name="T38" fmla="*/ 50 w 50"/>
                <a:gd name="T39" fmla="*/ 25 h 50"/>
                <a:gd name="T40" fmla="*/ 25 w 50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" h="50">
                  <a:moveTo>
                    <a:pt x="50" y="25"/>
                  </a:move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9" y="50"/>
                    <a:pt x="50" y="39"/>
                    <a:pt x="50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3" y="36"/>
                    <a:pt x="40" y="40"/>
                  </a:cubicBezTo>
                  <a:cubicBezTo>
                    <a:pt x="36" y="43"/>
                    <a:pt x="31" y="46"/>
                    <a:pt x="25" y="46"/>
                  </a:cubicBezTo>
                  <a:cubicBezTo>
                    <a:pt x="19" y="46"/>
                    <a:pt x="14" y="43"/>
                    <a:pt x="10" y="40"/>
                  </a:cubicBezTo>
                  <a:cubicBezTo>
                    <a:pt x="7" y="36"/>
                    <a:pt x="4" y="31"/>
                    <a:pt x="4" y="25"/>
                  </a:cubicBezTo>
                  <a:cubicBezTo>
                    <a:pt x="4" y="19"/>
                    <a:pt x="7" y="14"/>
                    <a:pt x="10" y="10"/>
                  </a:cubicBezTo>
                  <a:cubicBezTo>
                    <a:pt x="14" y="7"/>
                    <a:pt x="19" y="4"/>
                    <a:pt x="25" y="4"/>
                  </a:cubicBezTo>
                  <a:cubicBezTo>
                    <a:pt x="31" y="4"/>
                    <a:pt x="36" y="7"/>
                    <a:pt x="40" y="10"/>
                  </a:cubicBezTo>
                  <a:cubicBezTo>
                    <a:pt x="43" y="14"/>
                    <a:pt x="46" y="19"/>
                    <a:pt x="46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Freeform: Shape 14"/>
            <p:cNvSpPr/>
            <p:nvPr/>
          </p:nvSpPr>
          <p:spPr bwMode="auto">
            <a:xfrm>
              <a:off x="-2695575" y="1419225"/>
              <a:ext cx="393700" cy="39688"/>
            </a:xfrm>
            <a:custGeom>
              <a:avLst/>
              <a:gdLst>
                <a:gd name="T0" fmla="*/ 210 w 221"/>
                <a:gd name="T1" fmla="*/ 0 h 23"/>
                <a:gd name="T2" fmla="*/ 11 w 221"/>
                <a:gd name="T3" fmla="*/ 0 h 23"/>
                <a:gd name="T4" fmla="*/ 0 w 221"/>
                <a:gd name="T5" fmla="*/ 11 h 23"/>
                <a:gd name="T6" fmla="*/ 11 w 221"/>
                <a:gd name="T7" fmla="*/ 23 h 23"/>
                <a:gd name="T8" fmla="*/ 210 w 221"/>
                <a:gd name="T9" fmla="*/ 23 h 23"/>
                <a:gd name="T10" fmla="*/ 221 w 221"/>
                <a:gd name="T11" fmla="*/ 11 h 23"/>
                <a:gd name="T12" fmla="*/ 210 w 221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23">
                  <a:moveTo>
                    <a:pt x="2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16" y="23"/>
                    <a:pt x="221" y="18"/>
                    <a:pt x="221" y="11"/>
                  </a:cubicBezTo>
                  <a:cubicBezTo>
                    <a:pt x="221" y="5"/>
                    <a:pt x="216" y="0"/>
                    <a:pt x="210" y="0"/>
                  </a:cubicBezTo>
                </a:path>
              </a:pathLst>
            </a:custGeom>
            <a:solidFill>
              <a:srgbClr val="9F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Freeform: Shape 17"/>
            <p:cNvSpPr/>
            <p:nvPr/>
          </p:nvSpPr>
          <p:spPr bwMode="auto">
            <a:xfrm>
              <a:off x="-3768725" y="1736725"/>
              <a:ext cx="31750" cy="215900"/>
            </a:xfrm>
            <a:custGeom>
              <a:avLst/>
              <a:gdLst>
                <a:gd name="T0" fmla="*/ 18 w 18"/>
                <a:gd name="T1" fmla="*/ 113 h 122"/>
                <a:gd name="T2" fmla="*/ 9 w 18"/>
                <a:gd name="T3" fmla="*/ 122 h 122"/>
                <a:gd name="T4" fmla="*/ 0 w 18"/>
                <a:gd name="T5" fmla="*/ 113 h 122"/>
                <a:gd name="T6" fmla="*/ 0 w 18"/>
                <a:gd name="T7" fmla="*/ 9 h 122"/>
                <a:gd name="T8" fmla="*/ 9 w 18"/>
                <a:gd name="T9" fmla="*/ 0 h 122"/>
                <a:gd name="T10" fmla="*/ 18 w 18"/>
                <a:gd name="T11" fmla="*/ 9 h 122"/>
                <a:gd name="T12" fmla="*/ 18 w 18"/>
                <a:gd name="T13" fmla="*/ 1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122">
                  <a:moveTo>
                    <a:pt x="18" y="113"/>
                  </a:moveTo>
                  <a:cubicBezTo>
                    <a:pt x="18" y="118"/>
                    <a:pt x="14" y="122"/>
                    <a:pt x="9" y="122"/>
                  </a:cubicBezTo>
                  <a:cubicBezTo>
                    <a:pt x="4" y="122"/>
                    <a:pt x="0" y="118"/>
                    <a:pt x="0" y="1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lnTo>
                    <a:pt x="18" y="1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Freeform: Shape 18"/>
            <p:cNvSpPr/>
            <p:nvPr/>
          </p:nvSpPr>
          <p:spPr bwMode="auto">
            <a:xfrm>
              <a:off x="-3768725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Freeform: Shape 19"/>
            <p:cNvSpPr/>
            <p:nvPr/>
          </p:nvSpPr>
          <p:spPr bwMode="auto">
            <a:xfrm>
              <a:off x="-3934639" y="2571024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Freeform: Shape 20"/>
            <p:cNvSpPr/>
            <p:nvPr/>
          </p:nvSpPr>
          <p:spPr bwMode="auto">
            <a:xfrm>
              <a:off x="-1282700" y="2147888"/>
              <a:ext cx="31750" cy="363538"/>
            </a:xfrm>
            <a:custGeom>
              <a:avLst/>
              <a:gdLst>
                <a:gd name="T0" fmla="*/ 18 w 18"/>
                <a:gd name="T1" fmla="*/ 190 h 205"/>
                <a:gd name="T2" fmla="*/ 9 w 18"/>
                <a:gd name="T3" fmla="*/ 205 h 205"/>
                <a:gd name="T4" fmla="*/ 0 w 18"/>
                <a:gd name="T5" fmla="*/ 190 h 205"/>
                <a:gd name="T6" fmla="*/ 0 w 18"/>
                <a:gd name="T7" fmla="*/ 15 h 205"/>
                <a:gd name="T8" fmla="*/ 9 w 18"/>
                <a:gd name="T9" fmla="*/ 0 h 205"/>
                <a:gd name="T10" fmla="*/ 18 w 18"/>
                <a:gd name="T11" fmla="*/ 15 h 205"/>
                <a:gd name="T12" fmla="*/ 18 w 18"/>
                <a:gd name="T13" fmla="*/ 19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05">
                  <a:moveTo>
                    <a:pt x="18" y="190"/>
                  </a:moveTo>
                  <a:cubicBezTo>
                    <a:pt x="18" y="198"/>
                    <a:pt x="14" y="205"/>
                    <a:pt x="9" y="205"/>
                  </a:cubicBezTo>
                  <a:cubicBezTo>
                    <a:pt x="4" y="205"/>
                    <a:pt x="0" y="198"/>
                    <a:pt x="0" y="19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9" y="0"/>
                  </a:cubicBezTo>
                  <a:cubicBezTo>
                    <a:pt x="14" y="0"/>
                    <a:pt x="18" y="7"/>
                    <a:pt x="18" y="15"/>
                  </a:cubicBezTo>
                  <a:lnTo>
                    <a:pt x="18" y="19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7" name="TextBox 11"/>
          <p:cNvSpPr txBox="1"/>
          <p:nvPr/>
        </p:nvSpPr>
        <p:spPr>
          <a:xfrm>
            <a:off x="388620" y="5409565"/>
            <a:ext cx="11397615" cy="1036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Xuchang PDL Trading Group Co., Ltd. is a comprehensive retail enterprise,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founded in March 1995, headquartered in Xuchang City, Henan Province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pic>
        <p:nvPicPr>
          <p:cNvPr id="40" name="图片占位符 39" descr="E:/大三下/公共关系管理和实践/胖东来简介.jpg胖东来简介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764" r="2989"/>
          <a:stretch>
            <a:fillRect/>
          </a:stretch>
        </p:blipFill>
        <p:spPr>
          <a:xfrm>
            <a:off x="3184525" y="2007235"/>
            <a:ext cx="5803265" cy="2861945"/>
          </a:xfrm>
          <a:effectLst>
            <a:innerShdw blurRad="114300">
              <a:prstClr val="black"/>
            </a:innerShdw>
          </a:effectLst>
        </p:spPr>
      </p:pic>
      <p:pic>
        <p:nvPicPr>
          <p:cNvPr id="2" name="图片 2" descr="IMG_256"/>
          <p:cNvPicPr>
            <a:picLocks noChangeAspect="1"/>
          </p:cNvPicPr>
          <p:nvPr/>
        </p:nvPicPr>
        <p:blipFill>
          <a:blip r:embed="rId3"/>
          <a:srcRect l="22782" t="14853" r="27473" b="13403"/>
          <a:stretch>
            <a:fillRect/>
          </a:stretch>
        </p:blipFill>
        <p:spPr>
          <a:xfrm>
            <a:off x="290830" y="3453765"/>
            <a:ext cx="1930400" cy="1811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:/大三下/公共关系管理和实践/胖东来logo.jpg胖东来logo"/>
          <p:cNvPicPr>
            <a:picLocks noChangeAspect="1"/>
          </p:cNvPicPr>
          <p:nvPr/>
        </p:nvPicPr>
        <p:blipFill>
          <a:blip r:embed="rId1"/>
          <a:srcRect l="21087" t="30511" r="22026" b="32022"/>
          <a:stretch>
            <a:fillRect/>
          </a:stretch>
        </p:blipFill>
        <p:spPr>
          <a:xfrm>
            <a:off x="538480" y="2065655"/>
            <a:ext cx="3459480" cy="3227705"/>
          </a:xfrm>
          <a:custGeom>
            <a:avLst/>
            <a:gdLst>
              <a:gd name="connsiteX0" fmla="*/ 0 w 2695575"/>
              <a:gd name="connsiteY0" fmla="*/ 0 h 3267075"/>
              <a:gd name="connsiteX1" fmla="*/ 2695575 w 2695575"/>
              <a:gd name="connsiteY1" fmla="*/ 0 h 3267075"/>
              <a:gd name="connsiteX2" fmla="*/ 2695575 w 2695575"/>
              <a:gd name="connsiteY2" fmla="*/ 3267075 h 3267075"/>
              <a:gd name="connsiteX3" fmla="*/ 0 w 2695575"/>
              <a:gd name="connsiteY3" fmla="*/ 3267075 h 326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5575" h="3267075">
                <a:moveTo>
                  <a:pt x="0" y="0"/>
                </a:moveTo>
                <a:lnTo>
                  <a:pt x="2695575" y="0"/>
                </a:lnTo>
                <a:lnTo>
                  <a:pt x="2695575" y="3267075"/>
                </a:lnTo>
                <a:lnTo>
                  <a:pt x="0" y="3267075"/>
                </a:lnTo>
                <a:close/>
              </a:path>
            </a:pathLst>
          </a:custGeom>
        </p:spPr>
      </p:pic>
      <p:pic>
        <p:nvPicPr>
          <p:cNvPr id="7" name="图片 6" descr="upload_post_object_v2_3082368883"/>
          <p:cNvPicPr>
            <a:picLocks noChangeAspect="1"/>
          </p:cNvPicPr>
          <p:nvPr/>
        </p:nvPicPr>
        <p:blipFill>
          <a:blip r:embed="rId2">
            <a:alphaModFix amt="30000"/>
          </a:blip>
          <a:srcRect l="16373" r="12972"/>
          <a:stretch>
            <a:fillRect/>
          </a:stretch>
        </p:blipFill>
        <p:spPr>
          <a:xfrm>
            <a:off x="0" y="0"/>
            <a:ext cx="12192031" cy="70113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468526" y="1634158"/>
            <a:ext cx="7723505" cy="4090670"/>
          </a:xfrm>
          <a:prstGeom prst="rect">
            <a:avLst/>
          </a:prstGeom>
          <a:solidFill>
            <a:srgbClr val="CE171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2155" y="356870"/>
            <a:ext cx="5251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CE1719"/>
                </a:solidFill>
                <a:cs typeface="+mn-ea"/>
                <a:sym typeface="+mn-lt"/>
              </a:rPr>
              <a:t>CONTENT</a:t>
            </a:r>
            <a:endParaRPr lang="en-US" altLang="zh-CN" sz="4800" b="1" dirty="0">
              <a:solidFill>
                <a:srgbClr val="CE1719"/>
              </a:solidFill>
              <a:cs typeface="+mn-ea"/>
              <a:sym typeface="+mn-lt"/>
            </a:endParaRPr>
          </a:p>
        </p:txBody>
      </p:sp>
      <p:sp>
        <p:nvSpPr>
          <p:cNvPr id="15" name="TextBox 119"/>
          <p:cNvSpPr txBox="1"/>
          <p:nvPr>
            <p:custDataLst>
              <p:tags r:id="rId3"/>
            </p:custDataLst>
          </p:nvPr>
        </p:nvSpPr>
        <p:spPr>
          <a:xfrm>
            <a:off x="4727575" y="2111375"/>
            <a:ext cx="7650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800" b="1" dirty="0">
                <a:solidFill>
                  <a:schemeClr val="bg1"/>
                </a:solidFill>
                <a:cs typeface="+mn-ea"/>
                <a:sym typeface="+mn-lt"/>
              </a:rPr>
              <a:t>01.  </a:t>
            </a:r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Crisis Example &amp; Explain the Crisis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Box 119"/>
          <p:cNvSpPr txBox="1"/>
          <p:nvPr>
            <p:custDataLst>
              <p:tags r:id="rId4"/>
            </p:custDataLst>
          </p:nvPr>
        </p:nvSpPr>
        <p:spPr>
          <a:xfrm>
            <a:off x="4727575" y="3032760"/>
            <a:ext cx="7520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buClrTx/>
              <a:buSzTx/>
              <a:buFontTx/>
            </a:pPr>
            <a:r>
              <a:rPr lang="en-US" sz="2800" b="1" dirty="0">
                <a:solidFill>
                  <a:schemeClr val="bg1"/>
                </a:solidFill>
                <a:cs typeface="+mn-ea"/>
                <a:sym typeface="+mn-lt"/>
              </a:rPr>
              <a:t>02.  Steps Taken by the Company</a:t>
            </a:r>
            <a:endParaRPr 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TextBox 119"/>
          <p:cNvSpPr txBox="1"/>
          <p:nvPr>
            <p:custDataLst>
              <p:tags r:id="rId5"/>
            </p:custDataLst>
          </p:nvPr>
        </p:nvSpPr>
        <p:spPr>
          <a:xfrm>
            <a:off x="4727575" y="3902075"/>
            <a:ext cx="6842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buClrTx/>
              <a:buSzTx/>
              <a:buFontTx/>
            </a:pPr>
            <a:r>
              <a:rPr lang="en-US" sz="2800" b="1" dirty="0">
                <a:solidFill>
                  <a:schemeClr val="bg1"/>
                </a:solidFill>
                <a:cs typeface="+mn-ea"/>
                <a:sym typeface="+mn-lt"/>
              </a:rPr>
              <a:t>03.  Role of Public Relations</a:t>
            </a:r>
            <a:endParaRPr 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TextBox 119"/>
          <p:cNvSpPr txBox="1"/>
          <p:nvPr>
            <p:custDataLst>
              <p:tags r:id="rId6"/>
            </p:custDataLst>
          </p:nvPr>
        </p:nvSpPr>
        <p:spPr>
          <a:xfrm>
            <a:off x="4727575" y="4771390"/>
            <a:ext cx="2627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buClrTx/>
              <a:buSzTx/>
              <a:buFontTx/>
            </a:pPr>
            <a:r>
              <a:rPr lang="en-US" sz="2800" b="1" dirty="0">
                <a:solidFill>
                  <a:schemeClr val="bg1"/>
                </a:solidFill>
                <a:cs typeface="+mn-ea"/>
                <a:sym typeface="+mn-lt"/>
              </a:rPr>
              <a:t>04.  Outcome</a:t>
            </a:r>
            <a:endParaRPr 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Click="0" advTm="7000">
        <p15:prstTrans prst="drape"/>
      </p:transition>
    </mc:Choice>
    <mc:Fallback>
      <p:transition spd="slow" advClick="0" advTm="7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8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bldLvl="0" animBg="1"/>
          <p:bldP spid="12" grpId="0"/>
          <p:bldP spid="15" grpId="0"/>
          <p:bldP spid="18" grpId="0"/>
          <p:bldP spid="21" grpId="0"/>
          <p:bldP spid="2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bldLvl="0" animBg="1"/>
          <p:bldP spid="12" grpId="0"/>
          <p:bldP spid="15" grpId="0"/>
          <p:bldP spid="18" grpId="0"/>
          <p:bldP spid="21" grpId="0"/>
          <p:bldP spid="24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l="-36750" r="-3675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1"/>
          <p:cNvSpPr txBox="1"/>
          <p:nvPr>
            <p:custDataLst>
              <p:tags r:id="rId2"/>
            </p:custDataLst>
          </p:nvPr>
        </p:nvSpPr>
        <p:spPr>
          <a:xfrm>
            <a:off x="1918970" y="1315529"/>
            <a:ext cx="431673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cause of the crisis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1"/>
          <p:cNvSpPr txBox="1"/>
          <p:nvPr>
            <p:custDataLst>
              <p:tags r:id="rId3"/>
            </p:custDataLst>
          </p:nvPr>
        </p:nvSpPr>
        <p:spPr>
          <a:xfrm>
            <a:off x="1918955" y="1950085"/>
            <a:ext cx="9516110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000000">
                    <a:alpha val="0"/>
                  </a:srgbClr>
                </a:highlight>
              </a:rPr>
              <a:t>On June 25, 2024</a:t>
            </a:r>
            <a:r>
              <a:rPr lang="en-US" altLang="zh-CN" sz="2000" dirty="0">
                <a:solidFill>
                  <a:schemeClr val="tx1"/>
                </a:solidFill>
              </a:rPr>
              <a:t>, a netizen posted a video reflecting that there were production environment problems in a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000000">
                    <a:alpha val="0"/>
                  </a:srgbClr>
                </a:highlight>
              </a:rPr>
              <a:t>noodle shop</a:t>
            </a:r>
            <a:r>
              <a:rPr lang="en-US" altLang="zh-CN" sz="2000" dirty="0">
                <a:solidFill>
                  <a:schemeClr val="tx1"/>
                </a:solidFill>
              </a:rPr>
              <a:t> in the catering department of PDL.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3" name="Group 73"/>
          <p:cNvGrpSpPr/>
          <p:nvPr>
            <p:custDataLst>
              <p:tags r:id="rId4"/>
            </p:custDataLst>
          </p:nvPr>
        </p:nvGrpSpPr>
        <p:grpSpPr>
          <a:xfrm>
            <a:off x="1032601" y="1199515"/>
            <a:ext cx="566544" cy="566544"/>
            <a:chOff x="0" y="0"/>
            <a:chExt cx="767929" cy="767929"/>
          </a:xfrm>
        </p:grpSpPr>
        <p:sp>
          <p:nvSpPr>
            <p:cNvPr id="4" name="Freeform: Shape 77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5" name="Freeform: Shape 78"/>
            <p:cNvSpPr/>
            <p:nvPr>
              <p:custDataLst>
                <p:tags r:id="rId6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6" name="TextBox 11"/>
          <p:cNvSpPr txBox="1"/>
          <p:nvPr>
            <p:custDataLst>
              <p:tags r:id="rId7"/>
            </p:custDataLst>
          </p:nvPr>
        </p:nvSpPr>
        <p:spPr>
          <a:xfrm>
            <a:off x="1918970" y="3547745"/>
            <a:ext cx="571182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Possible impact of the crisis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11"/>
          <p:cNvSpPr txBox="1"/>
          <p:nvPr>
            <p:custDataLst>
              <p:tags r:id="rId8"/>
            </p:custDataLst>
          </p:nvPr>
        </p:nvSpPr>
        <p:spPr>
          <a:xfrm>
            <a:off x="1918970" y="4130675"/>
            <a:ext cx="9516110" cy="2308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The crisis has attracted wide attention on social media and has been reported by major media outlets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1. The risk of a collapse in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000000">
                    <a:alpha val="0"/>
                  </a:srgbClr>
                </a:highlight>
              </a:rPr>
              <a:t>consumer trust</a:t>
            </a:r>
            <a:endParaRPr lang="en-US" altLang="zh-CN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2.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000000">
                    <a:alpha val="0"/>
                  </a:srgbClr>
                </a:highlight>
              </a:rPr>
              <a:t>Regulatory and legal</a:t>
            </a:r>
            <a:r>
              <a:rPr lang="en-US" altLang="zh-CN" sz="2000" dirty="0">
                <a:solidFill>
                  <a:schemeClr val="tx1"/>
                </a:solidFill>
              </a:rPr>
              <a:t> risks escalate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3. Comprehensive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000000">
                    <a:alpha val="0"/>
                  </a:srgbClr>
                </a:highlight>
              </a:rPr>
              <a:t>questioning</a:t>
            </a:r>
            <a:r>
              <a:rPr lang="en-US" altLang="zh-CN" sz="2000" dirty="0">
                <a:solidFill>
                  <a:schemeClr val="tx1"/>
                </a:solidFill>
              </a:rPr>
              <a:t> of the internal management system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1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Crisis Example &amp;Explain the Crisis 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5" name="Group 73"/>
          <p:cNvGrpSpPr/>
          <p:nvPr>
            <p:custDataLst>
              <p:tags r:id="rId9"/>
            </p:custDataLst>
          </p:nvPr>
        </p:nvGrpSpPr>
        <p:grpSpPr>
          <a:xfrm>
            <a:off x="1032531" y="3495832"/>
            <a:ext cx="566544" cy="566544"/>
            <a:chOff x="0" y="0"/>
            <a:chExt cx="767929" cy="767929"/>
          </a:xfrm>
        </p:grpSpPr>
        <p:sp>
          <p:nvSpPr>
            <p:cNvPr id="16" name="Freeform: Shape 77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7" name="Freeform: Shape 78"/>
            <p:cNvSpPr/>
            <p:nvPr>
              <p:custDataLst>
                <p:tags r:id="rId11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" grpId="0"/>
      <p:bldP spid="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2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5" name="图片 4" descr="upload_post_object_v2_13692223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433" y="1585980"/>
            <a:ext cx="6676859" cy="358986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2539065" y="4098651"/>
            <a:ext cx="9455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2024.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06.19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155105" y="4098651"/>
            <a:ext cx="9455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FFFFFF"/>
                </a:solidFill>
              </a:rPr>
              <a:t>2024.</a:t>
            </a:r>
            <a:endParaRPr lang="en-US" altLang="zh-CN" sz="2400">
              <a:solidFill>
                <a:srgbClr val="FFFFFF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FFFFFF"/>
                </a:solidFill>
              </a:rPr>
              <a:t>06.23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3846375" y="1835895"/>
            <a:ext cx="9455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algn="ctr"/>
            <a:r>
              <a:rPr lang="en-US" altLang="zh-CN" sz="2400">
                <a:solidFill>
                  <a:schemeClr val="tx1"/>
                </a:solidFill>
              </a:rPr>
              <a:t>2024.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06.20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02301" y="1835895"/>
            <a:ext cx="9455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2024.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06.26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853155" y="4098651"/>
            <a:ext cx="945515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2024.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06.27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47115" y="4806973"/>
            <a:ext cx="1708150" cy="82994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Received a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Complaint 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16134" y="1585980"/>
            <a:ext cx="3679944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Arranged for relevant personnel to conduct investigations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4134615" y="5237291"/>
            <a:ext cx="299593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Resumed operations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853155" y="1955586"/>
            <a:ext cx="355473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Focused on social media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062063" y="3978930"/>
            <a:ext cx="2894694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Issued the investigation report,  carryd out after</a:t>
            </a:r>
            <a:r>
              <a:rPr lang="zh-CN" altLang="en-US" sz="2400">
                <a:solidFill>
                  <a:schemeClr val="tx1"/>
                </a:solidFill>
              </a:rPr>
              <a:t>-</a:t>
            </a:r>
            <a:r>
              <a:rPr lang="en-US" altLang="zh-CN" sz="2400">
                <a:solidFill>
                  <a:schemeClr val="tx1"/>
                </a:solidFill>
              </a:rPr>
              <a:t>sales service and took relevant measures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Steps Taken by the Company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504210925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364" y="1079490"/>
            <a:ext cx="3093828" cy="4124765"/>
          </a:xfrm>
          <a:prstGeom prst="rect">
            <a:avLst/>
          </a:prstGeom>
        </p:spPr>
      </p:pic>
      <p:pic>
        <p:nvPicPr>
          <p:cNvPr id="3" name="图片 2" descr="微信图片_20250421092543"/>
          <p:cNvPicPr>
            <a:picLocks noChangeAspect="1"/>
          </p:cNvPicPr>
          <p:nvPr/>
        </p:nvPicPr>
        <p:blipFill>
          <a:blip r:embed="rId2"/>
          <a:srcRect r="3475"/>
          <a:stretch>
            <a:fillRect/>
          </a:stretch>
        </p:blipFill>
        <p:spPr>
          <a:xfrm>
            <a:off x="7533394" y="1079490"/>
            <a:ext cx="2985413" cy="41247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2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Steps Taken by the Company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63915" y="5204159"/>
            <a:ext cx="4588860" cy="1551941"/>
          </a:xfrm>
          <a:prstGeom prst="rect">
            <a:avLst/>
          </a:prstGeom>
        </p:spPr>
        <p:txBody>
          <a:bodyPr wrap="square" rtlCol="0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Investigation report on " the poor sanitary environment of the noodle processing site" of Xinxiang PDL Catering business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7113378" y="5612156"/>
            <a:ext cx="155598" cy="368300"/>
          </a:xfrm>
          <a:prstGeom prst="rect">
            <a:avLst/>
          </a:prstGeom>
        </p:spPr>
        <p:txBody>
          <a:bodyPr wrap="none" rtlCol="0">
            <a:no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6535548" y="5204159"/>
            <a:ext cx="4981228" cy="1551942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chemeClr val="tx1"/>
                </a:solidFill>
              </a:rPr>
              <a:t>Explanation of " the poor sanitary environment of the noodle processing site" of the affiliated catering business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of Public Relations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8053598" y="1532755"/>
            <a:ext cx="3805029" cy="3868416"/>
            <a:chOff x="6823750" y="1853740"/>
            <a:chExt cx="3350073" cy="3405883"/>
          </a:xfrm>
        </p:grpSpPr>
        <p:sp>
          <p:nvSpPr>
            <p:cNvPr id="86" name="泪滴形 85"/>
            <p:cNvSpPr/>
            <p:nvPr/>
          </p:nvSpPr>
          <p:spPr bwMode="auto">
            <a:xfrm rot="10800000" flipH="1">
              <a:off x="6960741" y="2070100"/>
              <a:ext cx="1358900" cy="1358900"/>
            </a:xfrm>
            <a:prstGeom prst="teardrop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87" name="椭圆​​ 10"/>
            <p:cNvSpPr/>
            <p:nvPr/>
          </p:nvSpPr>
          <p:spPr bwMode="auto">
            <a:xfrm rot="10800000" flipH="1" flipV="1">
              <a:off x="7381620" y="2547016"/>
              <a:ext cx="548628" cy="503644"/>
            </a:xfrm>
            <a:custGeom>
              <a:avLst/>
              <a:gdLst>
                <a:gd name="connsiteX0" fmla="*/ 117399 w 337212"/>
                <a:gd name="connsiteY0" fmla="*/ 192088 h 309563"/>
                <a:gd name="connsiteX1" fmla="*/ 130099 w 337212"/>
                <a:gd name="connsiteY1" fmla="*/ 196036 h 309563"/>
                <a:gd name="connsiteX2" fmla="*/ 130099 w 337212"/>
                <a:gd name="connsiteY2" fmla="*/ 278941 h 309563"/>
                <a:gd name="connsiteX3" fmla="*/ 117399 w 337212"/>
                <a:gd name="connsiteY3" fmla="*/ 292101 h 309563"/>
                <a:gd name="connsiteX4" fmla="*/ 176137 w 337212"/>
                <a:gd name="connsiteY4" fmla="*/ 187325 h 309563"/>
                <a:gd name="connsiteX5" fmla="*/ 187250 w 337212"/>
                <a:gd name="connsiteY5" fmla="*/ 191271 h 309563"/>
                <a:gd name="connsiteX6" fmla="*/ 187250 w 337212"/>
                <a:gd name="connsiteY6" fmla="*/ 267562 h 309563"/>
                <a:gd name="connsiteX7" fmla="*/ 176137 w 337212"/>
                <a:gd name="connsiteY7" fmla="*/ 279400 h 309563"/>
                <a:gd name="connsiteX8" fmla="*/ 176137 w 337212"/>
                <a:gd name="connsiteY8" fmla="*/ 187325 h 309563"/>
                <a:gd name="connsiteX9" fmla="*/ 231699 w 337212"/>
                <a:gd name="connsiteY9" fmla="*/ 180975 h 309563"/>
                <a:gd name="connsiteX10" fmla="*/ 239637 w 337212"/>
                <a:gd name="connsiteY10" fmla="*/ 184982 h 309563"/>
                <a:gd name="connsiteX11" fmla="*/ 239637 w 337212"/>
                <a:gd name="connsiteY11" fmla="*/ 254429 h 309563"/>
                <a:gd name="connsiteX12" fmla="*/ 231699 w 337212"/>
                <a:gd name="connsiteY12" fmla="*/ 265113 h 309563"/>
                <a:gd name="connsiteX13" fmla="*/ 277737 w 337212"/>
                <a:gd name="connsiteY13" fmla="*/ 177800 h 309563"/>
                <a:gd name="connsiteX14" fmla="*/ 287262 w 337212"/>
                <a:gd name="connsiteY14" fmla="*/ 180398 h 309563"/>
                <a:gd name="connsiteX15" fmla="*/ 287262 w 337212"/>
                <a:gd name="connsiteY15" fmla="*/ 238847 h 309563"/>
                <a:gd name="connsiteX16" fmla="*/ 277737 w 337212"/>
                <a:gd name="connsiteY16" fmla="*/ 249238 h 309563"/>
                <a:gd name="connsiteX17" fmla="*/ 280912 w 337212"/>
                <a:gd name="connsiteY17" fmla="*/ 92075 h 309563"/>
                <a:gd name="connsiteX18" fmla="*/ 307493 w 337212"/>
                <a:gd name="connsiteY18" fmla="*/ 92075 h 309563"/>
                <a:gd name="connsiteX19" fmla="*/ 315468 w 337212"/>
                <a:gd name="connsiteY19" fmla="*/ 97314 h 309563"/>
                <a:gd name="connsiteX20" fmla="*/ 336733 w 337212"/>
                <a:gd name="connsiteY20" fmla="*/ 158869 h 309563"/>
                <a:gd name="connsiteX21" fmla="*/ 331417 w 337212"/>
                <a:gd name="connsiteY21" fmla="*/ 169347 h 309563"/>
                <a:gd name="connsiteX22" fmla="*/ 320784 w 337212"/>
                <a:gd name="connsiteY22" fmla="*/ 164108 h 309563"/>
                <a:gd name="connsiteX23" fmla="*/ 314139 w 337212"/>
                <a:gd name="connsiteY23" fmla="*/ 145772 h 309563"/>
                <a:gd name="connsiteX24" fmla="*/ 314139 w 337212"/>
                <a:gd name="connsiteY24" fmla="*/ 238761 h 309563"/>
                <a:gd name="connsiteX25" fmla="*/ 304835 w 337212"/>
                <a:gd name="connsiteY25" fmla="*/ 249238 h 309563"/>
                <a:gd name="connsiteX26" fmla="*/ 294203 w 337212"/>
                <a:gd name="connsiteY26" fmla="*/ 238761 h 309563"/>
                <a:gd name="connsiteX27" fmla="*/ 294203 w 337212"/>
                <a:gd name="connsiteY27" fmla="*/ 179824 h 309563"/>
                <a:gd name="connsiteX28" fmla="*/ 288886 w 337212"/>
                <a:gd name="connsiteY28" fmla="*/ 179824 h 309563"/>
                <a:gd name="connsiteX29" fmla="*/ 294203 w 337212"/>
                <a:gd name="connsiteY29" fmla="*/ 178515 h 309563"/>
                <a:gd name="connsiteX30" fmla="*/ 304835 w 337212"/>
                <a:gd name="connsiteY30" fmla="*/ 157560 h 309563"/>
                <a:gd name="connsiteX31" fmla="*/ 280912 w 337212"/>
                <a:gd name="connsiteY31" fmla="*/ 92075 h 309563"/>
                <a:gd name="connsiteX32" fmla="*/ 231699 w 337212"/>
                <a:gd name="connsiteY32" fmla="*/ 82550 h 309563"/>
                <a:gd name="connsiteX33" fmla="*/ 243745 w 337212"/>
                <a:gd name="connsiteY33" fmla="*/ 82550 h 309563"/>
                <a:gd name="connsiteX34" fmla="*/ 262484 w 337212"/>
                <a:gd name="connsiteY34" fmla="*/ 82550 h 309563"/>
                <a:gd name="connsiteX35" fmla="*/ 273192 w 337212"/>
                <a:gd name="connsiteY35" fmla="*/ 89117 h 309563"/>
                <a:gd name="connsiteX36" fmla="*/ 297285 w 337212"/>
                <a:gd name="connsiteY36" fmla="*/ 160041 h 309563"/>
                <a:gd name="connsiteX37" fmla="*/ 291931 w 337212"/>
                <a:gd name="connsiteY37" fmla="*/ 171861 h 309563"/>
                <a:gd name="connsiteX38" fmla="*/ 279885 w 337212"/>
                <a:gd name="connsiteY38" fmla="*/ 166608 h 309563"/>
                <a:gd name="connsiteX39" fmla="*/ 271854 w 337212"/>
                <a:gd name="connsiteY39" fmla="*/ 144280 h 309563"/>
                <a:gd name="connsiteX40" fmla="*/ 271854 w 337212"/>
                <a:gd name="connsiteY40" fmla="*/ 253292 h 309563"/>
                <a:gd name="connsiteX41" fmla="*/ 259807 w 337212"/>
                <a:gd name="connsiteY41" fmla="*/ 265113 h 309563"/>
                <a:gd name="connsiteX42" fmla="*/ 247761 w 337212"/>
                <a:gd name="connsiteY42" fmla="*/ 253292 h 309563"/>
                <a:gd name="connsiteX43" fmla="*/ 247761 w 337212"/>
                <a:gd name="connsiteY43" fmla="*/ 183682 h 309563"/>
                <a:gd name="connsiteX44" fmla="*/ 258469 w 337212"/>
                <a:gd name="connsiteY44" fmla="*/ 160041 h 309563"/>
                <a:gd name="connsiteX45" fmla="*/ 231699 w 337212"/>
                <a:gd name="connsiteY45" fmla="*/ 82550 h 309563"/>
                <a:gd name="connsiteX46" fmla="*/ 177724 w 337212"/>
                <a:gd name="connsiteY46" fmla="*/ 77788 h 309563"/>
                <a:gd name="connsiteX47" fmla="*/ 214510 w 337212"/>
                <a:gd name="connsiteY47" fmla="*/ 77788 h 309563"/>
                <a:gd name="connsiteX48" fmla="*/ 225021 w 337212"/>
                <a:gd name="connsiteY48" fmla="*/ 85643 h 309563"/>
                <a:gd name="connsiteX49" fmla="*/ 252610 w 337212"/>
                <a:gd name="connsiteY49" fmla="*/ 162884 h 309563"/>
                <a:gd name="connsiteX50" fmla="*/ 246041 w 337212"/>
                <a:gd name="connsiteY50" fmla="*/ 175976 h 309563"/>
                <a:gd name="connsiteX51" fmla="*/ 231590 w 337212"/>
                <a:gd name="connsiteY51" fmla="*/ 169430 h 309563"/>
                <a:gd name="connsiteX52" fmla="*/ 223707 w 337212"/>
                <a:gd name="connsiteY52" fmla="*/ 145865 h 309563"/>
                <a:gd name="connsiteX53" fmla="*/ 223707 w 337212"/>
                <a:gd name="connsiteY53" fmla="*/ 266309 h 309563"/>
                <a:gd name="connsiteX54" fmla="*/ 210569 w 337212"/>
                <a:gd name="connsiteY54" fmla="*/ 279401 h 309563"/>
                <a:gd name="connsiteX55" fmla="*/ 198745 w 337212"/>
                <a:gd name="connsiteY55" fmla="*/ 266309 h 309563"/>
                <a:gd name="connsiteX56" fmla="*/ 198745 w 337212"/>
                <a:gd name="connsiteY56" fmla="*/ 189068 h 309563"/>
                <a:gd name="connsiteX57" fmla="*/ 197759 w 337212"/>
                <a:gd name="connsiteY57" fmla="*/ 189068 h 309563"/>
                <a:gd name="connsiteX58" fmla="*/ 194803 w 337212"/>
                <a:gd name="connsiteY58" fmla="*/ 189068 h 309563"/>
                <a:gd name="connsiteX59" fmla="*/ 206628 w 337212"/>
                <a:gd name="connsiteY59" fmla="*/ 178595 h 309563"/>
                <a:gd name="connsiteX60" fmla="*/ 206628 w 337212"/>
                <a:gd name="connsiteY60" fmla="*/ 162884 h 309563"/>
                <a:gd name="connsiteX61" fmla="*/ 177724 w 337212"/>
                <a:gd name="connsiteY61" fmla="*/ 79097 h 309563"/>
                <a:gd name="connsiteX62" fmla="*/ 177724 w 337212"/>
                <a:gd name="connsiteY62" fmla="*/ 77788 h 309563"/>
                <a:gd name="connsiteX63" fmla="*/ 120574 w 337212"/>
                <a:gd name="connsiteY63" fmla="*/ 73025 h 309563"/>
                <a:gd name="connsiteX64" fmla="*/ 157008 w 337212"/>
                <a:gd name="connsiteY64" fmla="*/ 73025 h 309563"/>
                <a:gd name="connsiteX65" fmla="*/ 168720 w 337212"/>
                <a:gd name="connsiteY65" fmla="*/ 80953 h 309563"/>
                <a:gd name="connsiteX66" fmla="*/ 197347 w 337212"/>
                <a:gd name="connsiteY66" fmla="*/ 166840 h 309563"/>
                <a:gd name="connsiteX67" fmla="*/ 190840 w 337212"/>
                <a:gd name="connsiteY67" fmla="*/ 181375 h 309563"/>
                <a:gd name="connsiteX68" fmla="*/ 176527 w 337212"/>
                <a:gd name="connsiteY68" fmla="*/ 173447 h 309563"/>
                <a:gd name="connsiteX69" fmla="*/ 167418 w 337212"/>
                <a:gd name="connsiteY69" fmla="*/ 148341 h 309563"/>
                <a:gd name="connsiteX70" fmla="*/ 167418 w 337212"/>
                <a:gd name="connsiteY70" fmla="*/ 279153 h 309563"/>
                <a:gd name="connsiteX71" fmla="*/ 153105 w 337212"/>
                <a:gd name="connsiteY71" fmla="*/ 293688 h 309563"/>
                <a:gd name="connsiteX72" fmla="*/ 140093 w 337212"/>
                <a:gd name="connsiteY72" fmla="*/ 279153 h 309563"/>
                <a:gd name="connsiteX73" fmla="*/ 140093 w 337212"/>
                <a:gd name="connsiteY73" fmla="*/ 195909 h 309563"/>
                <a:gd name="connsiteX74" fmla="*/ 133586 w 337212"/>
                <a:gd name="connsiteY74" fmla="*/ 195909 h 309563"/>
                <a:gd name="connsiteX75" fmla="*/ 138791 w 337212"/>
                <a:gd name="connsiteY75" fmla="*/ 194588 h 309563"/>
                <a:gd name="connsiteX76" fmla="*/ 151804 w 337212"/>
                <a:gd name="connsiteY76" fmla="*/ 166840 h 309563"/>
                <a:gd name="connsiteX77" fmla="*/ 120574 w 337212"/>
                <a:gd name="connsiteY77" fmla="*/ 73025 h 309563"/>
                <a:gd name="connsiteX78" fmla="*/ 46220 w 337212"/>
                <a:gd name="connsiteY78" fmla="*/ 66675 h 309563"/>
                <a:gd name="connsiteX79" fmla="*/ 72821 w 337212"/>
                <a:gd name="connsiteY79" fmla="*/ 66675 h 309563"/>
                <a:gd name="connsiteX80" fmla="*/ 98092 w 337212"/>
                <a:gd name="connsiteY80" fmla="*/ 66675 h 309563"/>
                <a:gd name="connsiteX81" fmla="*/ 111393 w 337212"/>
                <a:gd name="connsiteY81" fmla="*/ 74595 h 309563"/>
                <a:gd name="connsiteX82" fmla="*/ 143315 w 337212"/>
                <a:gd name="connsiteY82" fmla="*/ 169638 h 309563"/>
                <a:gd name="connsiteX83" fmla="*/ 135334 w 337212"/>
                <a:gd name="connsiteY83" fmla="*/ 185479 h 309563"/>
                <a:gd name="connsiteX84" fmla="*/ 119374 w 337212"/>
                <a:gd name="connsiteY84" fmla="*/ 177559 h 309563"/>
                <a:gd name="connsiteX85" fmla="*/ 108733 w 337212"/>
                <a:gd name="connsiteY85" fmla="*/ 148518 h 309563"/>
                <a:gd name="connsiteX86" fmla="*/ 108733 w 337212"/>
                <a:gd name="connsiteY86" fmla="*/ 295043 h 309563"/>
                <a:gd name="connsiteX87" fmla="*/ 94102 w 337212"/>
                <a:gd name="connsiteY87" fmla="*/ 309563 h 309563"/>
                <a:gd name="connsiteX88" fmla="*/ 78141 w 337212"/>
                <a:gd name="connsiteY88" fmla="*/ 295043 h 309563"/>
                <a:gd name="connsiteX89" fmla="*/ 78141 w 337212"/>
                <a:gd name="connsiteY89" fmla="*/ 202640 h 309563"/>
                <a:gd name="connsiteX90" fmla="*/ 66171 w 337212"/>
                <a:gd name="connsiteY90" fmla="*/ 202640 h 309563"/>
                <a:gd name="connsiteX91" fmla="*/ 66171 w 337212"/>
                <a:gd name="connsiteY91" fmla="*/ 295043 h 309563"/>
                <a:gd name="connsiteX92" fmla="*/ 50210 w 337212"/>
                <a:gd name="connsiteY92" fmla="*/ 309563 h 309563"/>
                <a:gd name="connsiteX93" fmla="*/ 35579 w 337212"/>
                <a:gd name="connsiteY93" fmla="*/ 295043 h 309563"/>
                <a:gd name="connsiteX94" fmla="*/ 35579 w 337212"/>
                <a:gd name="connsiteY94" fmla="*/ 148518 h 309563"/>
                <a:gd name="connsiteX95" fmla="*/ 24938 w 337212"/>
                <a:gd name="connsiteY95" fmla="*/ 177559 h 309563"/>
                <a:gd name="connsiteX96" fmla="*/ 8978 w 337212"/>
                <a:gd name="connsiteY96" fmla="*/ 185479 h 309563"/>
                <a:gd name="connsiteX97" fmla="*/ 997 w 337212"/>
                <a:gd name="connsiteY97" fmla="*/ 169638 h 309563"/>
                <a:gd name="connsiteX98" fmla="*/ 32919 w 337212"/>
                <a:gd name="connsiteY98" fmla="*/ 74595 h 309563"/>
                <a:gd name="connsiteX99" fmla="*/ 46220 w 337212"/>
                <a:gd name="connsiteY99" fmla="*/ 66675 h 309563"/>
                <a:gd name="connsiteX100" fmla="*/ 289643 w 337212"/>
                <a:gd name="connsiteY100" fmla="*/ 49213 h 309563"/>
                <a:gd name="connsiteX101" fmla="*/ 309487 w 337212"/>
                <a:gd name="connsiteY101" fmla="*/ 68263 h 309563"/>
                <a:gd name="connsiteX102" fmla="*/ 289643 w 337212"/>
                <a:gd name="connsiteY102" fmla="*/ 87313 h 309563"/>
                <a:gd name="connsiteX103" fmla="*/ 269799 w 337212"/>
                <a:gd name="connsiteY103" fmla="*/ 68263 h 309563"/>
                <a:gd name="connsiteX104" fmla="*/ 271122 w 337212"/>
                <a:gd name="connsiteY104" fmla="*/ 68263 h 309563"/>
                <a:gd name="connsiteX105" fmla="*/ 272445 w 337212"/>
                <a:gd name="connsiteY105" fmla="*/ 59373 h 309563"/>
                <a:gd name="connsiteX106" fmla="*/ 289643 w 337212"/>
                <a:gd name="connsiteY106" fmla="*/ 49213 h 309563"/>
                <a:gd name="connsiteX107" fmla="*/ 244544 w 337212"/>
                <a:gd name="connsiteY107" fmla="*/ 33338 h 309563"/>
                <a:gd name="connsiteX108" fmla="*/ 266625 w 337212"/>
                <a:gd name="connsiteY108" fmla="*/ 55699 h 309563"/>
                <a:gd name="connsiteX109" fmla="*/ 244544 w 337212"/>
                <a:gd name="connsiteY109" fmla="*/ 79376 h 309563"/>
                <a:gd name="connsiteX110" fmla="*/ 223762 w 337212"/>
                <a:gd name="connsiteY110" fmla="*/ 63592 h 309563"/>
                <a:gd name="connsiteX111" fmla="*/ 226360 w 337212"/>
                <a:gd name="connsiteY111" fmla="*/ 49123 h 309563"/>
                <a:gd name="connsiteX112" fmla="*/ 226360 w 337212"/>
                <a:gd name="connsiteY112" fmla="*/ 43861 h 309563"/>
                <a:gd name="connsiteX113" fmla="*/ 244544 w 337212"/>
                <a:gd name="connsiteY113" fmla="*/ 33338 h 309563"/>
                <a:gd name="connsiteX114" fmla="*/ 192806 w 337212"/>
                <a:gd name="connsiteY114" fmla="*/ 23813 h 309563"/>
                <a:gd name="connsiteX115" fmla="*/ 217412 w 337212"/>
                <a:gd name="connsiteY115" fmla="*/ 48420 h 309563"/>
                <a:gd name="connsiteX116" fmla="*/ 192806 w 337212"/>
                <a:gd name="connsiteY116" fmla="*/ 73026 h 309563"/>
                <a:gd name="connsiteX117" fmla="*/ 168199 w 337212"/>
                <a:gd name="connsiteY117" fmla="*/ 51010 h 309563"/>
                <a:gd name="connsiteX118" fmla="*/ 170789 w 337212"/>
                <a:gd name="connsiteY118" fmla="*/ 39354 h 309563"/>
                <a:gd name="connsiteX119" fmla="*/ 170789 w 337212"/>
                <a:gd name="connsiteY119" fmla="*/ 38059 h 309563"/>
                <a:gd name="connsiteX120" fmla="*/ 192806 w 337212"/>
                <a:gd name="connsiteY120" fmla="*/ 23813 h 309563"/>
                <a:gd name="connsiteX121" fmla="*/ 133275 w 337212"/>
                <a:gd name="connsiteY121" fmla="*/ 12700 h 309563"/>
                <a:gd name="connsiteX122" fmla="*/ 160262 w 337212"/>
                <a:gd name="connsiteY122" fmla="*/ 39029 h 309563"/>
                <a:gd name="connsiteX123" fmla="*/ 133275 w 337212"/>
                <a:gd name="connsiteY123" fmla="*/ 66675 h 309563"/>
                <a:gd name="connsiteX124" fmla="*/ 106287 w 337212"/>
                <a:gd name="connsiteY124" fmla="*/ 48245 h 309563"/>
                <a:gd name="connsiteX125" fmla="*/ 111685 w 337212"/>
                <a:gd name="connsiteY125" fmla="*/ 29814 h 309563"/>
                <a:gd name="connsiteX126" fmla="*/ 110335 w 337212"/>
                <a:gd name="connsiteY126" fmla="*/ 23232 h 309563"/>
                <a:gd name="connsiteX127" fmla="*/ 133275 w 337212"/>
                <a:gd name="connsiteY127" fmla="*/ 12700 h 309563"/>
                <a:gd name="connsiteX128" fmla="*/ 72809 w 337212"/>
                <a:gd name="connsiteY128" fmla="*/ 0 h 309563"/>
                <a:gd name="connsiteX129" fmla="*/ 101525 w 337212"/>
                <a:gd name="connsiteY129" fmla="*/ 30163 h 309563"/>
                <a:gd name="connsiteX130" fmla="*/ 72809 w 337212"/>
                <a:gd name="connsiteY130" fmla="*/ 60325 h 309563"/>
                <a:gd name="connsiteX131" fmla="*/ 42787 w 337212"/>
                <a:gd name="connsiteY131" fmla="*/ 30163 h 309563"/>
                <a:gd name="connsiteX132" fmla="*/ 72809 w 337212"/>
                <a:gd name="connsiteY132" fmla="*/ 0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37212" h="309563">
                  <a:moveTo>
                    <a:pt x="117399" y="192088"/>
                  </a:moveTo>
                  <a:cubicBezTo>
                    <a:pt x="121632" y="194720"/>
                    <a:pt x="125866" y="196036"/>
                    <a:pt x="130099" y="196036"/>
                  </a:cubicBezTo>
                  <a:cubicBezTo>
                    <a:pt x="130099" y="196036"/>
                    <a:pt x="130099" y="196036"/>
                    <a:pt x="130099" y="278941"/>
                  </a:cubicBezTo>
                  <a:cubicBezTo>
                    <a:pt x="130099" y="285521"/>
                    <a:pt x="124455" y="290785"/>
                    <a:pt x="117399" y="292101"/>
                  </a:cubicBezTo>
                  <a:close/>
                  <a:moveTo>
                    <a:pt x="176137" y="187325"/>
                  </a:moveTo>
                  <a:cubicBezTo>
                    <a:pt x="179841" y="189956"/>
                    <a:pt x="183546" y="191271"/>
                    <a:pt x="187250" y="191271"/>
                  </a:cubicBezTo>
                  <a:cubicBezTo>
                    <a:pt x="187250" y="191271"/>
                    <a:pt x="187250" y="191271"/>
                    <a:pt x="187250" y="267562"/>
                  </a:cubicBezTo>
                  <a:cubicBezTo>
                    <a:pt x="187250" y="274139"/>
                    <a:pt x="182311" y="279400"/>
                    <a:pt x="176137" y="279400"/>
                  </a:cubicBezTo>
                  <a:cubicBezTo>
                    <a:pt x="176137" y="279400"/>
                    <a:pt x="176137" y="279400"/>
                    <a:pt x="176137" y="187325"/>
                  </a:cubicBezTo>
                  <a:close/>
                  <a:moveTo>
                    <a:pt x="231699" y="180975"/>
                  </a:moveTo>
                  <a:cubicBezTo>
                    <a:pt x="233967" y="183646"/>
                    <a:pt x="236235" y="183646"/>
                    <a:pt x="239637" y="184982"/>
                  </a:cubicBezTo>
                  <a:cubicBezTo>
                    <a:pt x="239637" y="184982"/>
                    <a:pt x="239637" y="184982"/>
                    <a:pt x="239637" y="254429"/>
                  </a:cubicBezTo>
                  <a:cubicBezTo>
                    <a:pt x="239637" y="259771"/>
                    <a:pt x="236235" y="263778"/>
                    <a:pt x="231699" y="265113"/>
                  </a:cubicBezTo>
                  <a:close/>
                  <a:moveTo>
                    <a:pt x="277737" y="177800"/>
                  </a:moveTo>
                  <a:cubicBezTo>
                    <a:pt x="280458" y="179099"/>
                    <a:pt x="283180" y="180398"/>
                    <a:pt x="287262" y="180398"/>
                  </a:cubicBezTo>
                  <a:cubicBezTo>
                    <a:pt x="287262" y="180398"/>
                    <a:pt x="287262" y="180398"/>
                    <a:pt x="287262" y="238847"/>
                  </a:cubicBezTo>
                  <a:cubicBezTo>
                    <a:pt x="287262" y="244043"/>
                    <a:pt x="283180" y="247939"/>
                    <a:pt x="277737" y="249238"/>
                  </a:cubicBezTo>
                  <a:close/>
                  <a:moveTo>
                    <a:pt x="280912" y="92075"/>
                  </a:moveTo>
                  <a:cubicBezTo>
                    <a:pt x="282241" y="92075"/>
                    <a:pt x="306164" y="92075"/>
                    <a:pt x="307493" y="92075"/>
                  </a:cubicBezTo>
                  <a:cubicBezTo>
                    <a:pt x="311481" y="92075"/>
                    <a:pt x="314139" y="94694"/>
                    <a:pt x="315468" y="97314"/>
                  </a:cubicBezTo>
                  <a:cubicBezTo>
                    <a:pt x="315468" y="97314"/>
                    <a:pt x="315468" y="97314"/>
                    <a:pt x="336733" y="158869"/>
                  </a:cubicBezTo>
                  <a:cubicBezTo>
                    <a:pt x="338062" y="162798"/>
                    <a:pt x="336733" y="168037"/>
                    <a:pt x="331417" y="169347"/>
                  </a:cubicBezTo>
                  <a:cubicBezTo>
                    <a:pt x="327430" y="170657"/>
                    <a:pt x="322113" y="168037"/>
                    <a:pt x="320784" y="164108"/>
                  </a:cubicBezTo>
                  <a:cubicBezTo>
                    <a:pt x="320784" y="164108"/>
                    <a:pt x="320784" y="164108"/>
                    <a:pt x="314139" y="145772"/>
                  </a:cubicBezTo>
                  <a:cubicBezTo>
                    <a:pt x="314139" y="145772"/>
                    <a:pt x="314139" y="145772"/>
                    <a:pt x="314139" y="238761"/>
                  </a:cubicBezTo>
                  <a:cubicBezTo>
                    <a:pt x="314139" y="243999"/>
                    <a:pt x="310152" y="249238"/>
                    <a:pt x="304835" y="249238"/>
                  </a:cubicBezTo>
                  <a:cubicBezTo>
                    <a:pt x="299519" y="249238"/>
                    <a:pt x="294203" y="243999"/>
                    <a:pt x="294203" y="238761"/>
                  </a:cubicBezTo>
                  <a:cubicBezTo>
                    <a:pt x="294203" y="238761"/>
                    <a:pt x="294203" y="238761"/>
                    <a:pt x="294203" y="179824"/>
                  </a:cubicBezTo>
                  <a:cubicBezTo>
                    <a:pt x="294203" y="179824"/>
                    <a:pt x="294203" y="179824"/>
                    <a:pt x="288886" y="179824"/>
                  </a:cubicBezTo>
                  <a:cubicBezTo>
                    <a:pt x="291545" y="179824"/>
                    <a:pt x="292874" y="179824"/>
                    <a:pt x="294203" y="178515"/>
                  </a:cubicBezTo>
                  <a:cubicBezTo>
                    <a:pt x="302177" y="175895"/>
                    <a:pt x="307493" y="166727"/>
                    <a:pt x="304835" y="157560"/>
                  </a:cubicBezTo>
                  <a:cubicBezTo>
                    <a:pt x="304835" y="157560"/>
                    <a:pt x="304835" y="157560"/>
                    <a:pt x="280912" y="92075"/>
                  </a:cubicBezTo>
                  <a:close/>
                  <a:moveTo>
                    <a:pt x="231699" y="82550"/>
                  </a:moveTo>
                  <a:cubicBezTo>
                    <a:pt x="235715" y="82550"/>
                    <a:pt x="239730" y="82550"/>
                    <a:pt x="243745" y="82550"/>
                  </a:cubicBezTo>
                  <a:cubicBezTo>
                    <a:pt x="253115" y="82550"/>
                    <a:pt x="262484" y="82550"/>
                    <a:pt x="262484" y="82550"/>
                  </a:cubicBezTo>
                  <a:cubicBezTo>
                    <a:pt x="267838" y="82550"/>
                    <a:pt x="271854" y="85177"/>
                    <a:pt x="273192" y="89117"/>
                  </a:cubicBezTo>
                  <a:cubicBezTo>
                    <a:pt x="273192" y="89117"/>
                    <a:pt x="273192" y="89117"/>
                    <a:pt x="297285" y="160041"/>
                  </a:cubicBezTo>
                  <a:cubicBezTo>
                    <a:pt x="299962" y="165294"/>
                    <a:pt x="297285" y="170548"/>
                    <a:pt x="291931" y="171861"/>
                  </a:cubicBezTo>
                  <a:cubicBezTo>
                    <a:pt x="286577" y="174488"/>
                    <a:pt x="281223" y="170548"/>
                    <a:pt x="279885" y="166608"/>
                  </a:cubicBezTo>
                  <a:cubicBezTo>
                    <a:pt x="279885" y="166608"/>
                    <a:pt x="279885" y="166608"/>
                    <a:pt x="271854" y="144280"/>
                  </a:cubicBezTo>
                  <a:cubicBezTo>
                    <a:pt x="271854" y="144280"/>
                    <a:pt x="271854" y="144280"/>
                    <a:pt x="271854" y="253292"/>
                  </a:cubicBezTo>
                  <a:cubicBezTo>
                    <a:pt x="271854" y="259859"/>
                    <a:pt x="266500" y="265113"/>
                    <a:pt x="259807" y="265113"/>
                  </a:cubicBezTo>
                  <a:cubicBezTo>
                    <a:pt x="253115" y="265113"/>
                    <a:pt x="247761" y="259859"/>
                    <a:pt x="247761" y="253292"/>
                  </a:cubicBezTo>
                  <a:cubicBezTo>
                    <a:pt x="247761" y="253292"/>
                    <a:pt x="247761" y="253292"/>
                    <a:pt x="247761" y="183682"/>
                  </a:cubicBezTo>
                  <a:cubicBezTo>
                    <a:pt x="257130" y="179742"/>
                    <a:pt x="262484" y="169235"/>
                    <a:pt x="258469" y="160041"/>
                  </a:cubicBezTo>
                  <a:cubicBezTo>
                    <a:pt x="258469" y="160041"/>
                    <a:pt x="258469" y="160041"/>
                    <a:pt x="231699" y="82550"/>
                  </a:cubicBezTo>
                  <a:close/>
                  <a:moveTo>
                    <a:pt x="177724" y="77788"/>
                  </a:moveTo>
                  <a:cubicBezTo>
                    <a:pt x="177724" y="77788"/>
                    <a:pt x="213196" y="77788"/>
                    <a:pt x="214510" y="77788"/>
                  </a:cubicBezTo>
                  <a:cubicBezTo>
                    <a:pt x="219765" y="77788"/>
                    <a:pt x="223707" y="80406"/>
                    <a:pt x="225021" y="85643"/>
                  </a:cubicBezTo>
                  <a:cubicBezTo>
                    <a:pt x="225021" y="85643"/>
                    <a:pt x="225021" y="85643"/>
                    <a:pt x="252610" y="162884"/>
                  </a:cubicBezTo>
                  <a:cubicBezTo>
                    <a:pt x="253924" y="168121"/>
                    <a:pt x="251296" y="174667"/>
                    <a:pt x="246041" y="175976"/>
                  </a:cubicBezTo>
                  <a:cubicBezTo>
                    <a:pt x="239472" y="178595"/>
                    <a:pt x="234217" y="175976"/>
                    <a:pt x="231590" y="169430"/>
                  </a:cubicBezTo>
                  <a:cubicBezTo>
                    <a:pt x="231590" y="169430"/>
                    <a:pt x="231590" y="169430"/>
                    <a:pt x="223707" y="145865"/>
                  </a:cubicBezTo>
                  <a:cubicBezTo>
                    <a:pt x="223707" y="145865"/>
                    <a:pt x="223707" y="145865"/>
                    <a:pt x="223707" y="266309"/>
                  </a:cubicBezTo>
                  <a:cubicBezTo>
                    <a:pt x="223707" y="272855"/>
                    <a:pt x="218452" y="279401"/>
                    <a:pt x="210569" y="279401"/>
                  </a:cubicBezTo>
                  <a:cubicBezTo>
                    <a:pt x="204000" y="279401"/>
                    <a:pt x="198745" y="272855"/>
                    <a:pt x="198745" y="266309"/>
                  </a:cubicBezTo>
                  <a:cubicBezTo>
                    <a:pt x="198745" y="266309"/>
                    <a:pt x="198745" y="266309"/>
                    <a:pt x="198745" y="189068"/>
                  </a:cubicBezTo>
                  <a:cubicBezTo>
                    <a:pt x="198745" y="189068"/>
                    <a:pt x="198745" y="189068"/>
                    <a:pt x="197759" y="189068"/>
                  </a:cubicBezTo>
                  <a:lnTo>
                    <a:pt x="194803" y="189068"/>
                  </a:lnTo>
                  <a:cubicBezTo>
                    <a:pt x="200059" y="187759"/>
                    <a:pt x="204000" y="183831"/>
                    <a:pt x="206628" y="178595"/>
                  </a:cubicBezTo>
                  <a:cubicBezTo>
                    <a:pt x="209255" y="173358"/>
                    <a:pt x="209255" y="168121"/>
                    <a:pt x="206628" y="162884"/>
                  </a:cubicBezTo>
                  <a:cubicBezTo>
                    <a:pt x="206628" y="162884"/>
                    <a:pt x="206628" y="162884"/>
                    <a:pt x="177724" y="79097"/>
                  </a:cubicBezTo>
                  <a:cubicBezTo>
                    <a:pt x="177724" y="79097"/>
                    <a:pt x="177724" y="77788"/>
                    <a:pt x="177724" y="77788"/>
                  </a:cubicBezTo>
                  <a:close/>
                  <a:moveTo>
                    <a:pt x="120574" y="73025"/>
                  </a:moveTo>
                  <a:cubicBezTo>
                    <a:pt x="120574" y="73025"/>
                    <a:pt x="157008" y="73025"/>
                    <a:pt x="157008" y="73025"/>
                  </a:cubicBezTo>
                  <a:cubicBezTo>
                    <a:pt x="162213" y="73025"/>
                    <a:pt x="167418" y="75668"/>
                    <a:pt x="168720" y="80953"/>
                  </a:cubicBezTo>
                  <a:cubicBezTo>
                    <a:pt x="168720" y="80953"/>
                    <a:pt x="168720" y="80953"/>
                    <a:pt x="197347" y="166840"/>
                  </a:cubicBezTo>
                  <a:cubicBezTo>
                    <a:pt x="199949" y="172125"/>
                    <a:pt x="197347" y="178732"/>
                    <a:pt x="190840" y="181375"/>
                  </a:cubicBezTo>
                  <a:cubicBezTo>
                    <a:pt x="184334" y="184017"/>
                    <a:pt x="177828" y="180053"/>
                    <a:pt x="176527" y="173447"/>
                  </a:cubicBezTo>
                  <a:lnTo>
                    <a:pt x="167418" y="148341"/>
                  </a:lnTo>
                  <a:cubicBezTo>
                    <a:pt x="167418" y="148341"/>
                    <a:pt x="167418" y="148341"/>
                    <a:pt x="167418" y="279153"/>
                  </a:cubicBezTo>
                  <a:cubicBezTo>
                    <a:pt x="167418" y="287081"/>
                    <a:pt x="160912" y="293688"/>
                    <a:pt x="153105" y="293688"/>
                  </a:cubicBezTo>
                  <a:cubicBezTo>
                    <a:pt x="145297" y="293688"/>
                    <a:pt x="140093" y="287081"/>
                    <a:pt x="140093" y="279153"/>
                  </a:cubicBezTo>
                  <a:cubicBezTo>
                    <a:pt x="140093" y="279153"/>
                    <a:pt x="140093" y="279153"/>
                    <a:pt x="140093" y="195909"/>
                  </a:cubicBezTo>
                  <a:cubicBezTo>
                    <a:pt x="140093" y="195909"/>
                    <a:pt x="140093" y="195909"/>
                    <a:pt x="133586" y="195909"/>
                  </a:cubicBezTo>
                  <a:cubicBezTo>
                    <a:pt x="134888" y="195909"/>
                    <a:pt x="136189" y="195909"/>
                    <a:pt x="138791" y="194588"/>
                  </a:cubicBezTo>
                  <a:cubicBezTo>
                    <a:pt x="150502" y="190624"/>
                    <a:pt x="155707" y="177411"/>
                    <a:pt x="151804" y="166840"/>
                  </a:cubicBezTo>
                  <a:cubicBezTo>
                    <a:pt x="151804" y="166840"/>
                    <a:pt x="151804" y="166840"/>
                    <a:pt x="120574" y="73025"/>
                  </a:cubicBezTo>
                  <a:close/>
                  <a:moveTo>
                    <a:pt x="46220" y="66675"/>
                  </a:moveTo>
                  <a:cubicBezTo>
                    <a:pt x="47550" y="66675"/>
                    <a:pt x="59520" y="66675"/>
                    <a:pt x="72821" y="66675"/>
                  </a:cubicBezTo>
                  <a:cubicBezTo>
                    <a:pt x="84792" y="66675"/>
                    <a:pt x="96762" y="66675"/>
                    <a:pt x="98092" y="66675"/>
                  </a:cubicBezTo>
                  <a:cubicBezTo>
                    <a:pt x="103413" y="66675"/>
                    <a:pt x="108733" y="69315"/>
                    <a:pt x="111393" y="74595"/>
                  </a:cubicBezTo>
                  <a:cubicBezTo>
                    <a:pt x="111393" y="74595"/>
                    <a:pt x="111393" y="74595"/>
                    <a:pt x="143315" y="169638"/>
                  </a:cubicBezTo>
                  <a:cubicBezTo>
                    <a:pt x="145975" y="176239"/>
                    <a:pt x="143315" y="184159"/>
                    <a:pt x="135334" y="185479"/>
                  </a:cubicBezTo>
                  <a:cubicBezTo>
                    <a:pt x="128684" y="188119"/>
                    <a:pt x="122034" y="184159"/>
                    <a:pt x="119374" y="177559"/>
                  </a:cubicBezTo>
                  <a:cubicBezTo>
                    <a:pt x="119374" y="177559"/>
                    <a:pt x="119374" y="177559"/>
                    <a:pt x="108733" y="148518"/>
                  </a:cubicBezTo>
                  <a:cubicBezTo>
                    <a:pt x="108733" y="148518"/>
                    <a:pt x="108733" y="148518"/>
                    <a:pt x="108733" y="295043"/>
                  </a:cubicBezTo>
                  <a:cubicBezTo>
                    <a:pt x="108733" y="302963"/>
                    <a:pt x="102083" y="309563"/>
                    <a:pt x="94102" y="309563"/>
                  </a:cubicBezTo>
                  <a:cubicBezTo>
                    <a:pt x="84792" y="309563"/>
                    <a:pt x="78141" y="302963"/>
                    <a:pt x="78141" y="295043"/>
                  </a:cubicBezTo>
                  <a:cubicBezTo>
                    <a:pt x="78141" y="295043"/>
                    <a:pt x="78141" y="295043"/>
                    <a:pt x="78141" y="202640"/>
                  </a:cubicBezTo>
                  <a:cubicBezTo>
                    <a:pt x="78141" y="202640"/>
                    <a:pt x="78141" y="202640"/>
                    <a:pt x="66171" y="202640"/>
                  </a:cubicBezTo>
                  <a:cubicBezTo>
                    <a:pt x="66171" y="202640"/>
                    <a:pt x="66171" y="202640"/>
                    <a:pt x="66171" y="295043"/>
                  </a:cubicBezTo>
                  <a:cubicBezTo>
                    <a:pt x="66171" y="302963"/>
                    <a:pt x="59520" y="309563"/>
                    <a:pt x="50210" y="309563"/>
                  </a:cubicBezTo>
                  <a:cubicBezTo>
                    <a:pt x="42229" y="309563"/>
                    <a:pt x="35579" y="302963"/>
                    <a:pt x="35579" y="295043"/>
                  </a:cubicBezTo>
                  <a:cubicBezTo>
                    <a:pt x="35579" y="295043"/>
                    <a:pt x="35579" y="295043"/>
                    <a:pt x="35579" y="148518"/>
                  </a:cubicBezTo>
                  <a:cubicBezTo>
                    <a:pt x="35579" y="148518"/>
                    <a:pt x="35579" y="148518"/>
                    <a:pt x="24938" y="177559"/>
                  </a:cubicBezTo>
                  <a:cubicBezTo>
                    <a:pt x="22278" y="184159"/>
                    <a:pt x="15628" y="188119"/>
                    <a:pt x="8978" y="185479"/>
                  </a:cubicBezTo>
                  <a:cubicBezTo>
                    <a:pt x="997" y="184159"/>
                    <a:pt x="-1663" y="176239"/>
                    <a:pt x="997" y="169638"/>
                  </a:cubicBezTo>
                  <a:cubicBezTo>
                    <a:pt x="997" y="169638"/>
                    <a:pt x="997" y="169638"/>
                    <a:pt x="32919" y="74595"/>
                  </a:cubicBezTo>
                  <a:cubicBezTo>
                    <a:pt x="35579" y="69315"/>
                    <a:pt x="40899" y="66675"/>
                    <a:pt x="46220" y="66675"/>
                  </a:cubicBezTo>
                  <a:close/>
                  <a:moveTo>
                    <a:pt x="289643" y="49213"/>
                  </a:moveTo>
                  <a:cubicBezTo>
                    <a:pt x="301549" y="49213"/>
                    <a:pt x="309487" y="58103"/>
                    <a:pt x="309487" y="68263"/>
                  </a:cubicBezTo>
                  <a:cubicBezTo>
                    <a:pt x="309487" y="79693"/>
                    <a:pt x="300227" y="87313"/>
                    <a:pt x="289643" y="87313"/>
                  </a:cubicBezTo>
                  <a:cubicBezTo>
                    <a:pt x="280383" y="87313"/>
                    <a:pt x="269799" y="79693"/>
                    <a:pt x="269799" y="68263"/>
                  </a:cubicBezTo>
                  <a:cubicBezTo>
                    <a:pt x="269799" y="68263"/>
                    <a:pt x="271122" y="68263"/>
                    <a:pt x="271122" y="68263"/>
                  </a:cubicBezTo>
                  <a:cubicBezTo>
                    <a:pt x="271122" y="65723"/>
                    <a:pt x="272445" y="63183"/>
                    <a:pt x="272445" y="59373"/>
                  </a:cubicBezTo>
                  <a:cubicBezTo>
                    <a:pt x="276414" y="54293"/>
                    <a:pt x="283028" y="49213"/>
                    <a:pt x="289643" y="49213"/>
                  </a:cubicBezTo>
                  <a:close/>
                  <a:moveTo>
                    <a:pt x="244544" y="33338"/>
                  </a:moveTo>
                  <a:cubicBezTo>
                    <a:pt x="257533" y="33338"/>
                    <a:pt x="266625" y="43861"/>
                    <a:pt x="266625" y="55699"/>
                  </a:cubicBezTo>
                  <a:cubicBezTo>
                    <a:pt x="266625" y="68853"/>
                    <a:pt x="256234" y="79376"/>
                    <a:pt x="244544" y="79376"/>
                  </a:cubicBezTo>
                  <a:cubicBezTo>
                    <a:pt x="235452" y="79376"/>
                    <a:pt x="226360" y="72799"/>
                    <a:pt x="223762" y="63592"/>
                  </a:cubicBezTo>
                  <a:cubicBezTo>
                    <a:pt x="225061" y="59645"/>
                    <a:pt x="226360" y="54384"/>
                    <a:pt x="226360" y="49123"/>
                  </a:cubicBezTo>
                  <a:cubicBezTo>
                    <a:pt x="226360" y="47807"/>
                    <a:pt x="226360" y="46492"/>
                    <a:pt x="226360" y="43861"/>
                  </a:cubicBezTo>
                  <a:cubicBezTo>
                    <a:pt x="230256" y="37284"/>
                    <a:pt x="236751" y="33338"/>
                    <a:pt x="244544" y="33338"/>
                  </a:cubicBezTo>
                  <a:close/>
                  <a:moveTo>
                    <a:pt x="192806" y="23813"/>
                  </a:moveTo>
                  <a:cubicBezTo>
                    <a:pt x="205756" y="23813"/>
                    <a:pt x="217412" y="35469"/>
                    <a:pt x="217412" y="48420"/>
                  </a:cubicBezTo>
                  <a:cubicBezTo>
                    <a:pt x="217412" y="62665"/>
                    <a:pt x="205756" y="73026"/>
                    <a:pt x="192806" y="73026"/>
                  </a:cubicBezTo>
                  <a:cubicBezTo>
                    <a:pt x="179855" y="73026"/>
                    <a:pt x="169494" y="63961"/>
                    <a:pt x="168199" y="51010"/>
                  </a:cubicBezTo>
                  <a:cubicBezTo>
                    <a:pt x="169494" y="48420"/>
                    <a:pt x="170789" y="44534"/>
                    <a:pt x="170789" y="39354"/>
                  </a:cubicBezTo>
                  <a:cubicBezTo>
                    <a:pt x="170789" y="39354"/>
                    <a:pt x="170789" y="39354"/>
                    <a:pt x="170789" y="38059"/>
                  </a:cubicBezTo>
                  <a:cubicBezTo>
                    <a:pt x="174674" y="30288"/>
                    <a:pt x="182445" y="23813"/>
                    <a:pt x="192806" y="23813"/>
                  </a:cubicBezTo>
                  <a:close/>
                  <a:moveTo>
                    <a:pt x="133275" y="12700"/>
                  </a:moveTo>
                  <a:cubicBezTo>
                    <a:pt x="148118" y="12700"/>
                    <a:pt x="160262" y="24548"/>
                    <a:pt x="160262" y="39029"/>
                  </a:cubicBezTo>
                  <a:cubicBezTo>
                    <a:pt x="160262" y="54827"/>
                    <a:pt x="148118" y="66675"/>
                    <a:pt x="133275" y="66675"/>
                  </a:cubicBezTo>
                  <a:cubicBezTo>
                    <a:pt x="121130" y="66675"/>
                    <a:pt x="110335" y="60093"/>
                    <a:pt x="106287" y="48245"/>
                  </a:cubicBezTo>
                  <a:cubicBezTo>
                    <a:pt x="108986" y="42979"/>
                    <a:pt x="111685" y="36396"/>
                    <a:pt x="111685" y="29814"/>
                  </a:cubicBezTo>
                  <a:cubicBezTo>
                    <a:pt x="111685" y="27181"/>
                    <a:pt x="110335" y="25865"/>
                    <a:pt x="110335" y="23232"/>
                  </a:cubicBezTo>
                  <a:cubicBezTo>
                    <a:pt x="115733" y="16649"/>
                    <a:pt x="123829" y="12700"/>
                    <a:pt x="133275" y="12700"/>
                  </a:cubicBezTo>
                  <a:close/>
                  <a:moveTo>
                    <a:pt x="72809" y="0"/>
                  </a:moveTo>
                  <a:cubicBezTo>
                    <a:pt x="88472" y="0"/>
                    <a:pt x="101525" y="14426"/>
                    <a:pt x="101525" y="30163"/>
                  </a:cubicBezTo>
                  <a:cubicBezTo>
                    <a:pt x="101525" y="47211"/>
                    <a:pt x="87167" y="60325"/>
                    <a:pt x="72809" y="60325"/>
                  </a:cubicBezTo>
                  <a:cubicBezTo>
                    <a:pt x="57145" y="60325"/>
                    <a:pt x="42787" y="47211"/>
                    <a:pt x="42787" y="30163"/>
                  </a:cubicBezTo>
                  <a:cubicBezTo>
                    <a:pt x="42787" y="14426"/>
                    <a:pt x="55840" y="0"/>
                    <a:pt x="72809" y="0"/>
                  </a:cubicBezTo>
                  <a:close/>
                </a:path>
              </a:pathLst>
            </a:custGeom>
            <a:solidFill>
              <a:schemeClr val="bg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88" name="泪滴形 87"/>
            <p:cNvSpPr/>
            <p:nvPr/>
          </p:nvSpPr>
          <p:spPr bwMode="auto">
            <a:xfrm rot="16200000" flipH="1">
              <a:off x="8446344" y="1854030"/>
              <a:ext cx="1575260" cy="1574679"/>
            </a:xfrm>
            <a:prstGeom prst="teardrop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89" name="椭圆​​ 13"/>
            <p:cNvSpPr/>
            <p:nvPr/>
          </p:nvSpPr>
          <p:spPr bwMode="auto">
            <a:xfrm flipH="1">
              <a:off x="8946826" y="2377990"/>
              <a:ext cx="544032" cy="649730"/>
            </a:xfrm>
            <a:custGeom>
              <a:avLst/>
              <a:gdLst>
                <a:gd name="connsiteX0" fmla="*/ 132196 w 277813"/>
                <a:gd name="connsiteY0" fmla="*/ 133350 h 331788"/>
                <a:gd name="connsiteX1" fmla="*/ 132196 w 277813"/>
                <a:gd name="connsiteY1" fmla="*/ 152673 h 331788"/>
                <a:gd name="connsiteX2" fmla="*/ 99724 w 277813"/>
                <a:gd name="connsiteY2" fmla="*/ 186167 h 331788"/>
                <a:gd name="connsiteX3" fmla="*/ 134793 w 277813"/>
                <a:gd name="connsiteY3" fmla="*/ 220949 h 331788"/>
                <a:gd name="connsiteX4" fmla="*/ 154276 w 277813"/>
                <a:gd name="connsiteY4" fmla="*/ 237696 h 331788"/>
                <a:gd name="connsiteX5" fmla="*/ 136092 w 277813"/>
                <a:gd name="connsiteY5" fmla="*/ 249290 h 331788"/>
                <a:gd name="connsiteX6" fmla="*/ 104920 w 277813"/>
                <a:gd name="connsiteY6" fmla="*/ 241561 h 331788"/>
                <a:gd name="connsiteX7" fmla="*/ 98425 w 277813"/>
                <a:gd name="connsiteY7" fmla="*/ 263460 h 331788"/>
                <a:gd name="connsiteX8" fmla="*/ 130897 w 277813"/>
                <a:gd name="connsiteY8" fmla="*/ 272478 h 331788"/>
                <a:gd name="connsiteX9" fmla="*/ 130897 w 277813"/>
                <a:gd name="connsiteY9" fmla="*/ 290513 h 331788"/>
                <a:gd name="connsiteX10" fmla="*/ 150380 w 277813"/>
                <a:gd name="connsiteY10" fmla="*/ 290513 h 331788"/>
                <a:gd name="connsiteX11" fmla="*/ 150380 w 277813"/>
                <a:gd name="connsiteY11" fmla="*/ 271190 h 331788"/>
                <a:gd name="connsiteX12" fmla="*/ 184150 w 277813"/>
                <a:gd name="connsiteY12" fmla="*/ 235120 h 331788"/>
                <a:gd name="connsiteX13" fmla="*/ 152978 w 277813"/>
                <a:gd name="connsiteY13" fmla="*/ 199049 h 331788"/>
                <a:gd name="connsiteX14" fmla="*/ 129598 w 277813"/>
                <a:gd name="connsiteY14" fmla="*/ 182303 h 331788"/>
                <a:gd name="connsiteX15" fmla="*/ 146483 w 277813"/>
                <a:gd name="connsiteY15" fmla="*/ 171997 h 331788"/>
                <a:gd name="connsiteX16" fmla="*/ 173759 w 277813"/>
                <a:gd name="connsiteY16" fmla="*/ 178438 h 331788"/>
                <a:gd name="connsiteX17" fmla="*/ 178955 w 277813"/>
                <a:gd name="connsiteY17" fmla="*/ 156538 h 331788"/>
                <a:gd name="connsiteX18" fmla="*/ 151679 w 277813"/>
                <a:gd name="connsiteY18" fmla="*/ 151385 h 331788"/>
                <a:gd name="connsiteX19" fmla="*/ 151679 w 277813"/>
                <a:gd name="connsiteY19" fmla="*/ 133350 h 331788"/>
                <a:gd name="connsiteX20" fmla="*/ 132196 w 277813"/>
                <a:gd name="connsiteY20" fmla="*/ 133350 h 331788"/>
                <a:gd name="connsiteX21" fmla="*/ 136310 w 277813"/>
                <a:gd name="connsiteY21" fmla="*/ 0 h 331788"/>
                <a:gd name="connsiteX22" fmla="*/ 167467 w 277813"/>
                <a:gd name="connsiteY22" fmla="*/ 3888 h 331788"/>
                <a:gd name="connsiteX23" fmla="*/ 158380 w 277813"/>
                <a:gd name="connsiteY23" fmla="*/ 25921 h 331788"/>
                <a:gd name="connsiteX24" fmla="*/ 184343 w 277813"/>
                <a:gd name="connsiteY24" fmla="*/ 6480 h 331788"/>
                <a:gd name="connsiteX25" fmla="*/ 214202 w 277813"/>
                <a:gd name="connsiteY25" fmla="*/ 9072 h 331788"/>
                <a:gd name="connsiteX26" fmla="*/ 188238 w 277813"/>
                <a:gd name="connsiteY26" fmla="*/ 62210 h 331788"/>
                <a:gd name="connsiteX27" fmla="*/ 215500 w 277813"/>
                <a:gd name="connsiteY27" fmla="*/ 62210 h 331788"/>
                <a:gd name="connsiteX28" fmla="*/ 215500 w 277813"/>
                <a:gd name="connsiteY28" fmla="*/ 81651 h 331788"/>
                <a:gd name="connsiteX29" fmla="*/ 183045 w 277813"/>
                <a:gd name="connsiteY29" fmla="*/ 81651 h 331788"/>
                <a:gd name="connsiteX30" fmla="*/ 277813 w 277813"/>
                <a:gd name="connsiteY30" fmla="*/ 243657 h 331788"/>
                <a:gd name="connsiteX31" fmla="*/ 138907 w 277813"/>
                <a:gd name="connsiteY31" fmla="*/ 331788 h 331788"/>
                <a:gd name="connsiteX32" fmla="*/ 0 w 277813"/>
                <a:gd name="connsiteY32" fmla="*/ 243657 h 331788"/>
                <a:gd name="connsiteX33" fmla="*/ 94768 w 277813"/>
                <a:gd name="connsiteY33" fmla="*/ 81651 h 331788"/>
                <a:gd name="connsiteX34" fmla="*/ 68804 w 277813"/>
                <a:gd name="connsiteY34" fmla="*/ 81651 h 331788"/>
                <a:gd name="connsiteX35" fmla="*/ 68804 w 277813"/>
                <a:gd name="connsiteY35" fmla="*/ 60914 h 331788"/>
                <a:gd name="connsiteX36" fmla="*/ 96066 w 277813"/>
                <a:gd name="connsiteY36" fmla="*/ 62210 h 331788"/>
                <a:gd name="connsiteX37" fmla="*/ 66208 w 277813"/>
                <a:gd name="connsiteY37" fmla="*/ 5184 h 331788"/>
                <a:gd name="connsiteX38" fmla="*/ 110347 w 277813"/>
                <a:gd name="connsiteY38" fmla="*/ 6480 h 331788"/>
                <a:gd name="connsiteX39" fmla="*/ 127223 w 277813"/>
                <a:gd name="connsiteY39" fmla="*/ 28513 h 331788"/>
                <a:gd name="connsiteX40" fmla="*/ 136310 w 277813"/>
                <a:gd name="connsiteY4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7813" h="331788">
                  <a:moveTo>
                    <a:pt x="132196" y="133350"/>
                  </a:moveTo>
                  <a:cubicBezTo>
                    <a:pt x="132196" y="133350"/>
                    <a:pt x="132196" y="133350"/>
                    <a:pt x="132196" y="152673"/>
                  </a:cubicBezTo>
                  <a:cubicBezTo>
                    <a:pt x="111414" y="156538"/>
                    <a:pt x="99724" y="169420"/>
                    <a:pt x="99724" y="186167"/>
                  </a:cubicBezTo>
                  <a:cubicBezTo>
                    <a:pt x="99724" y="204202"/>
                    <a:pt x="114012" y="214508"/>
                    <a:pt x="134793" y="220949"/>
                  </a:cubicBezTo>
                  <a:cubicBezTo>
                    <a:pt x="149081" y="226102"/>
                    <a:pt x="154276" y="231255"/>
                    <a:pt x="154276" y="237696"/>
                  </a:cubicBezTo>
                  <a:cubicBezTo>
                    <a:pt x="154276" y="245425"/>
                    <a:pt x="147782" y="249290"/>
                    <a:pt x="136092" y="249290"/>
                  </a:cubicBezTo>
                  <a:cubicBezTo>
                    <a:pt x="124403" y="249290"/>
                    <a:pt x="112713" y="245425"/>
                    <a:pt x="104920" y="241561"/>
                  </a:cubicBezTo>
                  <a:cubicBezTo>
                    <a:pt x="104920" y="241561"/>
                    <a:pt x="104920" y="241561"/>
                    <a:pt x="98425" y="263460"/>
                  </a:cubicBezTo>
                  <a:cubicBezTo>
                    <a:pt x="106218" y="267325"/>
                    <a:pt x="117908" y="271190"/>
                    <a:pt x="130897" y="272478"/>
                  </a:cubicBezTo>
                  <a:cubicBezTo>
                    <a:pt x="130897" y="272478"/>
                    <a:pt x="130897" y="272478"/>
                    <a:pt x="130897" y="290513"/>
                  </a:cubicBezTo>
                  <a:cubicBezTo>
                    <a:pt x="130897" y="290513"/>
                    <a:pt x="130897" y="290513"/>
                    <a:pt x="150380" y="290513"/>
                  </a:cubicBezTo>
                  <a:cubicBezTo>
                    <a:pt x="150380" y="290513"/>
                    <a:pt x="150380" y="290513"/>
                    <a:pt x="150380" y="271190"/>
                  </a:cubicBezTo>
                  <a:cubicBezTo>
                    <a:pt x="172460" y="267325"/>
                    <a:pt x="184150" y="251866"/>
                    <a:pt x="184150" y="235120"/>
                  </a:cubicBezTo>
                  <a:cubicBezTo>
                    <a:pt x="184150" y="218373"/>
                    <a:pt x="175058" y="208067"/>
                    <a:pt x="152978" y="199049"/>
                  </a:cubicBezTo>
                  <a:cubicBezTo>
                    <a:pt x="136092" y="193897"/>
                    <a:pt x="129598" y="188744"/>
                    <a:pt x="129598" y="182303"/>
                  </a:cubicBezTo>
                  <a:cubicBezTo>
                    <a:pt x="129598" y="177150"/>
                    <a:pt x="133495" y="171997"/>
                    <a:pt x="146483" y="171997"/>
                  </a:cubicBezTo>
                  <a:cubicBezTo>
                    <a:pt x="159472" y="171997"/>
                    <a:pt x="168564" y="177150"/>
                    <a:pt x="173759" y="178438"/>
                  </a:cubicBezTo>
                  <a:cubicBezTo>
                    <a:pt x="173759" y="178438"/>
                    <a:pt x="173759" y="178438"/>
                    <a:pt x="178955" y="156538"/>
                  </a:cubicBezTo>
                  <a:cubicBezTo>
                    <a:pt x="172460" y="153962"/>
                    <a:pt x="164667" y="151385"/>
                    <a:pt x="151679" y="151385"/>
                  </a:cubicBezTo>
                  <a:cubicBezTo>
                    <a:pt x="151679" y="151385"/>
                    <a:pt x="151679" y="151385"/>
                    <a:pt x="151679" y="133350"/>
                  </a:cubicBezTo>
                  <a:cubicBezTo>
                    <a:pt x="151679" y="133350"/>
                    <a:pt x="151679" y="133350"/>
                    <a:pt x="132196" y="133350"/>
                  </a:cubicBezTo>
                  <a:close/>
                  <a:moveTo>
                    <a:pt x="136310" y="0"/>
                  </a:moveTo>
                  <a:cubicBezTo>
                    <a:pt x="136310" y="0"/>
                    <a:pt x="136310" y="0"/>
                    <a:pt x="167467" y="3888"/>
                  </a:cubicBezTo>
                  <a:cubicBezTo>
                    <a:pt x="167467" y="3888"/>
                    <a:pt x="167467" y="3888"/>
                    <a:pt x="158380" y="25921"/>
                  </a:cubicBezTo>
                  <a:cubicBezTo>
                    <a:pt x="158380" y="25921"/>
                    <a:pt x="158380" y="25921"/>
                    <a:pt x="184343" y="6480"/>
                  </a:cubicBezTo>
                  <a:cubicBezTo>
                    <a:pt x="184343" y="6480"/>
                    <a:pt x="184343" y="6480"/>
                    <a:pt x="214202" y="9072"/>
                  </a:cubicBezTo>
                  <a:cubicBezTo>
                    <a:pt x="214202" y="9072"/>
                    <a:pt x="214202" y="9072"/>
                    <a:pt x="188238" y="62210"/>
                  </a:cubicBezTo>
                  <a:cubicBezTo>
                    <a:pt x="188238" y="62210"/>
                    <a:pt x="188238" y="62210"/>
                    <a:pt x="215500" y="62210"/>
                  </a:cubicBezTo>
                  <a:cubicBezTo>
                    <a:pt x="215500" y="62210"/>
                    <a:pt x="215500" y="62210"/>
                    <a:pt x="215500" y="81651"/>
                  </a:cubicBezTo>
                  <a:cubicBezTo>
                    <a:pt x="215500" y="81651"/>
                    <a:pt x="215500" y="81651"/>
                    <a:pt x="183045" y="81651"/>
                  </a:cubicBezTo>
                  <a:cubicBezTo>
                    <a:pt x="237569" y="114052"/>
                    <a:pt x="277813" y="198295"/>
                    <a:pt x="277813" y="243657"/>
                  </a:cubicBezTo>
                  <a:cubicBezTo>
                    <a:pt x="277813" y="299387"/>
                    <a:pt x="215500" y="331788"/>
                    <a:pt x="138907" y="331788"/>
                  </a:cubicBezTo>
                  <a:cubicBezTo>
                    <a:pt x="62313" y="331788"/>
                    <a:pt x="0" y="299387"/>
                    <a:pt x="0" y="243657"/>
                  </a:cubicBezTo>
                  <a:cubicBezTo>
                    <a:pt x="0" y="198295"/>
                    <a:pt x="40244" y="114052"/>
                    <a:pt x="94768" y="81651"/>
                  </a:cubicBezTo>
                  <a:cubicBezTo>
                    <a:pt x="94768" y="81651"/>
                    <a:pt x="94768" y="81651"/>
                    <a:pt x="68804" y="81651"/>
                  </a:cubicBezTo>
                  <a:cubicBezTo>
                    <a:pt x="68804" y="81651"/>
                    <a:pt x="68804" y="81651"/>
                    <a:pt x="68804" y="60914"/>
                  </a:cubicBezTo>
                  <a:cubicBezTo>
                    <a:pt x="68804" y="60914"/>
                    <a:pt x="68804" y="60914"/>
                    <a:pt x="96066" y="62210"/>
                  </a:cubicBezTo>
                  <a:cubicBezTo>
                    <a:pt x="96066" y="62210"/>
                    <a:pt x="96066" y="62210"/>
                    <a:pt x="66208" y="5184"/>
                  </a:cubicBezTo>
                  <a:cubicBezTo>
                    <a:pt x="66208" y="5184"/>
                    <a:pt x="66208" y="5184"/>
                    <a:pt x="110347" y="6480"/>
                  </a:cubicBezTo>
                  <a:cubicBezTo>
                    <a:pt x="110347" y="6480"/>
                    <a:pt x="110347" y="6480"/>
                    <a:pt x="127223" y="28513"/>
                  </a:cubicBezTo>
                  <a:cubicBezTo>
                    <a:pt x="127223" y="28513"/>
                    <a:pt x="127223" y="28513"/>
                    <a:pt x="13631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0" name="泪滴形 89"/>
            <p:cNvSpPr/>
            <p:nvPr/>
          </p:nvSpPr>
          <p:spPr bwMode="auto">
            <a:xfrm flipH="1">
              <a:off x="8438122" y="3523281"/>
              <a:ext cx="1735701" cy="1736342"/>
            </a:xfrm>
            <a:prstGeom prst="teardrop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1" name="椭圆​​ 7"/>
            <p:cNvSpPr/>
            <p:nvPr/>
          </p:nvSpPr>
          <p:spPr bwMode="auto">
            <a:xfrm>
              <a:off x="8962080" y="4051561"/>
              <a:ext cx="687835" cy="709024"/>
            </a:xfrm>
            <a:custGeom>
              <a:avLst/>
              <a:gdLst>
                <a:gd name="connsiteX0" fmla="*/ 157951 w 327026"/>
                <a:gd name="connsiteY0" fmla="*/ 134938 h 337100"/>
                <a:gd name="connsiteX1" fmla="*/ 327026 w 327026"/>
                <a:gd name="connsiteY1" fmla="*/ 239958 h 337100"/>
                <a:gd name="connsiteX2" fmla="*/ 259660 w 327026"/>
                <a:gd name="connsiteY2" fmla="*/ 254398 h 337100"/>
                <a:gd name="connsiteX3" fmla="*/ 295325 w 327026"/>
                <a:gd name="connsiteY3" fmla="*/ 305595 h 337100"/>
                <a:gd name="connsiteX4" fmla="*/ 292683 w 327026"/>
                <a:gd name="connsiteY4" fmla="*/ 334475 h 337100"/>
                <a:gd name="connsiteX5" fmla="*/ 263623 w 327026"/>
                <a:gd name="connsiteY5" fmla="*/ 326599 h 337100"/>
                <a:gd name="connsiteX6" fmla="*/ 227959 w 327026"/>
                <a:gd name="connsiteY6" fmla="*/ 275402 h 337100"/>
                <a:gd name="connsiteX7" fmla="*/ 192294 w 327026"/>
                <a:gd name="connsiteY7" fmla="*/ 333162 h 337100"/>
                <a:gd name="connsiteX8" fmla="*/ 153988 w 327026"/>
                <a:gd name="connsiteY8" fmla="*/ 137564 h 337100"/>
                <a:gd name="connsiteX9" fmla="*/ 157951 w 327026"/>
                <a:gd name="connsiteY9" fmla="*/ 134938 h 337100"/>
                <a:gd name="connsiteX10" fmla="*/ 287448 w 327026"/>
                <a:gd name="connsiteY10" fmla="*/ 96838 h 337100"/>
                <a:gd name="connsiteX11" fmla="*/ 270368 w 327026"/>
                <a:gd name="connsiteY11" fmla="*/ 108528 h 337100"/>
                <a:gd name="connsiteX12" fmla="*/ 280879 w 327026"/>
                <a:gd name="connsiteY12" fmla="*/ 150092 h 337100"/>
                <a:gd name="connsiteX13" fmla="*/ 301899 w 327026"/>
                <a:gd name="connsiteY13" fmla="*/ 182563 h 337100"/>
                <a:gd name="connsiteX14" fmla="*/ 303213 w 327026"/>
                <a:gd name="connsiteY14" fmla="*/ 161781 h 337100"/>
                <a:gd name="connsiteX15" fmla="*/ 287448 w 327026"/>
                <a:gd name="connsiteY15" fmla="*/ 96838 h 337100"/>
                <a:gd name="connsiteX16" fmla="*/ 160474 w 327026"/>
                <a:gd name="connsiteY16" fmla="*/ 0 h 337100"/>
                <a:gd name="connsiteX17" fmla="*/ 322263 w 327026"/>
                <a:gd name="connsiteY17" fmla="*/ 161925 h 337100"/>
                <a:gd name="connsiteX18" fmla="*/ 314371 w 327026"/>
                <a:gd name="connsiteY18" fmla="*/ 211951 h 337100"/>
                <a:gd name="connsiteX19" fmla="*/ 242026 w 327026"/>
                <a:gd name="connsiteY19" fmla="*/ 165875 h 337100"/>
                <a:gd name="connsiteX20" fmla="*/ 259126 w 327026"/>
                <a:gd name="connsiteY20" fmla="*/ 139545 h 337100"/>
                <a:gd name="connsiteX21" fmla="*/ 244657 w 327026"/>
                <a:gd name="connsiteY21" fmla="*/ 94785 h 337100"/>
                <a:gd name="connsiteX22" fmla="*/ 203881 w 327026"/>
                <a:gd name="connsiteY22" fmla="*/ 63190 h 337100"/>
                <a:gd name="connsiteX23" fmla="*/ 186781 w 327026"/>
                <a:gd name="connsiteY23" fmla="*/ 22380 h 337100"/>
                <a:gd name="connsiteX24" fmla="*/ 160474 w 327026"/>
                <a:gd name="connsiteY24" fmla="*/ 19747 h 337100"/>
                <a:gd name="connsiteX25" fmla="*/ 74975 w 327026"/>
                <a:gd name="connsiteY25" fmla="*/ 48709 h 337100"/>
                <a:gd name="connsiteX26" fmla="*/ 86814 w 327026"/>
                <a:gd name="connsiteY26" fmla="*/ 86886 h 337100"/>
                <a:gd name="connsiteX27" fmla="*/ 53930 w 327026"/>
                <a:gd name="connsiteY27" fmla="*/ 111899 h 337100"/>
                <a:gd name="connsiteX28" fmla="*/ 53930 w 327026"/>
                <a:gd name="connsiteY28" fmla="*/ 140862 h 337100"/>
                <a:gd name="connsiteX29" fmla="*/ 59191 w 327026"/>
                <a:gd name="connsiteY29" fmla="*/ 157976 h 337100"/>
                <a:gd name="connsiteX30" fmla="*/ 21046 w 327026"/>
                <a:gd name="connsiteY30" fmla="*/ 181672 h 337100"/>
                <a:gd name="connsiteX31" fmla="*/ 35515 w 327026"/>
                <a:gd name="connsiteY31" fmla="*/ 227748 h 337100"/>
                <a:gd name="connsiteX32" fmla="*/ 59191 w 327026"/>
                <a:gd name="connsiteY32" fmla="*/ 190887 h 337100"/>
                <a:gd name="connsiteX33" fmla="*/ 89444 w 327026"/>
                <a:gd name="connsiteY33" fmla="*/ 198786 h 337100"/>
                <a:gd name="connsiteX34" fmla="*/ 122328 w 327026"/>
                <a:gd name="connsiteY34" fmla="*/ 215900 h 337100"/>
                <a:gd name="connsiteX35" fmla="*/ 96021 w 327026"/>
                <a:gd name="connsiteY35" fmla="*/ 248812 h 337100"/>
                <a:gd name="connsiteX36" fmla="*/ 86814 w 327026"/>
                <a:gd name="connsiteY36" fmla="*/ 283040 h 337100"/>
                <a:gd name="connsiteX37" fmla="*/ 160474 w 327026"/>
                <a:gd name="connsiteY37" fmla="*/ 304103 h 337100"/>
                <a:gd name="connsiteX38" fmla="*/ 167051 w 327026"/>
                <a:gd name="connsiteY38" fmla="*/ 302787 h 337100"/>
                <a:gd name="connsiteX39" fmla="*/ 170997 w 327026"/>
                <a:gd name="connsiteY39" fmla="*/ 322534 h 337100"/>
                <a:gd name="connsiteX40" fmla="*/ 160474 w 327026"/>
                <a:gd name="connsiteY40" fmla="*/ 323850 h 337100"/>
                <a:gd name="connsiteX41" fmla="*/ 0 w 327026"/>
                <a:gd name="connsiteY41" fmla="*/ 161925 h 337100"/>
                <a:gd name="connsiteX42" fmla="*/ 160474 w 327026"/>
                <a:gd name="connsiteY42" fmla="*/ 0 h 33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27026" h="337100">
                  <a:moveTo>
                    <a:pt x="157951" y="134938"/>
                  </a:moveTo>
                  <a:cubicBezTo>
                    <a:pt x="157951" y="134938"/>
                    <a:pt x="157951" y="134938"/>
                    <a:pt x="327026" y="239958"/>
                  </a:cubicBezTo>
                  <a:cubicBezTo>
                    <a:pt x="327026" y="239958"/>
                    <a:pt x="327026" y="239958"/>
                    <a:pt x="259660" y="254398"/>
                  </a:cubicBezTo>
                  <a:lnTo>
                    <a:pt x="295325" y="305595"/>
                  </a:lnTo>
                  <a:cubicBezTo>
                    <a:pt x="301929" y="316097"/>
                    <a:pt x="300608" y="327911"/>
                    <a:pt x="292683" y="334475"/>
                  </a:cubicBezTo>
                  <a:cubicBezTo>
                    <a:pt x="283436" y="339726"/>
                    <a:pt x="271548" y="337101"/>
                    <a:pt x="263623" y="326599"/>
                  </a:cubicBezTo>
                  <a:cubicBezTo>
                    <a:pt x="263623" y="326599"/>
                    <a:pt x="263623" y="326599"/>
                    <a:pt x="227959" y="275402"/>
                  </a:cubicBezTo>
                  <a:cubicBezTo>
                    <a:pt x="227959" y="275402"/>
                    <a:pt x="227959" y="275402"/>
                    <a:pt x="192294" y="333162"/>
                  </a:cubicBezTo>
                  <a:cubicBezTo>
                    <a:pt x="192294" y="333162"/>
                    <a:pt x="192294" y="333162"/>
                    <a:pt x="153988" y="137564"/>
                  </a:cubicBezTo>
                  <a:cubicBezTo>
                    <a:pt x="153988" y="137564"/>
                    <a:pt x="153988" y="137564"/>
                    <a:pt x="157951" y="134938"/>
                  </a:cubicBezTo>
                  <a:close/>
                  <a:moveTo>
                    <a:pt x="287448" y="96838"/>
                  </a:moveTo>
                  <a:cubicBezTo>
                    <a:pt x="280879" y="99436"/>
                    <a:pt x="272996" y="103332"/>
                    <a:pt x="270368" y="108528"/>
                  </a:cubicBezTo>
                  <a:cubicBezTo>
                    <a:pt x="265113" y="117620"/>
                    <a:pt x="271682" y="143597"/>
                    <a:pt x="280879" y="150092"/>
                  </a:cubicBezTo>
                  <a:cubicBezTo>
                    <a:pt x="292703" y="159184"/>
                    <a:pt x="299272" y="170873"/>
                    <a:pt x="301899" y="182563"/>
                  </a:cubicBezTo>
                  <a:cubicBezTo>
                    <a:pt x="303213" y="176069"/>
                    <a:pt x="303213" y="168276"/>
                    <a:pt x="303213" y="161781"/>
                  </a:cubicBezTo>
                  <a:cubicBezTo>
                    <a:pt x="303213" y="138402"/>
                    <a:pt x="297958" y="116321"/>
                    <a:pt x="287448" y="96838"/>
                  </a:cubicBezTo>
                  <a:close/>
                  <a:moveTo>
                    <a:pt x="160474" y="0"/>
                  </a:moveTo>
                  <a:cubicBezTo>
                    <a:pt x="249918" y="0"/>
                    <a:pt x="322263" y="72405"/>
                    <a:pt x="322263" y="161925"/>
                  </a:cubicBezTo>
                  <a:cubicBezTo>
                    <a:pt x="322263" y="179039"/>
                    <a:pt x="319632" y="196153"/>
                    <a:pt x="314371" y="211951"/>
                  </a:cubicBezTo>
                  <a:cubicBezTo>
                    <a:pt x="314371" y="211951"/>
                    <a:pt x="314371" y="211951"/>
                    <a:pt x="242026" y="165875"/>
                  </a:cubicBezTo>
                  <a:cubicBezTo>
                    <a:pt x="247288" y="157976"/>
                    <a:pt x="257811" y="147444"/>
                    <a:pt x="259126" y="139545"/>
                  </a:cubicBezTo>
                  <a:cubicBezTo>
                    <a:pt x="260441" y="127697"/>
                    <a:pt x="251234" y="97418"/>
                    <a:pt x="244657" y="94785"/>
                  </a:cubicBezTo>
                  <a:cubicBezTo>
                    <a:pt x="238080" y="90836"/>
                    <a:pt x="218350" y="71089"/>
                    <a:pt x="203881" y="63190"/>
                  </a:cubicBezTo>
                  <a:cubicBezTo>
                    <a:pt x="193358" y="57924"/>
                    <a:pt x="188096" y="36861"/>
                    <a:pt x="186781" y="22380"/>
                  </a:cubicBezTo>
                  <a:cubicBezTo>
                    <a:pt x="177574" y="21063"/>
                    <a:pt x="169681" y="19747"/>
                    <a:pt x="160474" y="19747"/>
                  </a:cubicBezTo>
                  <a:cubicBezTo>
                    <a:pt x="128905" y="19747"/>
                    <a:pt x="98652" y="30279"/>
                    <a:pt x="74975" y="48709"/>
                  </a:cubicBezTo>
                  <a:cubicBezTo>
                    <a:pt x="81552" y="59241"/>
                    <a:pt x="93390" y="78988"/>
                    <a:pt x="86814" y="86886"/>
                  </a:cubicBezTo>
                  <a:cubicBezTo>
                    <a:pt x="78921" y="100051"/>
                    <a:pt x="53930" y="100051"/>
                    <a:pt x="53930" y="111899"/>
                  </a:cubicBezTo>
                  <a:cubicBezTo>
                    <a:pt x="53930" y="123747"/>
                    <a:pt x="52614" y="135596"/>
                    <a:pt x="53930" y="140862"/>
                  </a:cubicBezTo>
                  <a:cubicBezTo>
                    <a:pt x="55245" y="146128"/>
                    <a:pt x="69714" y="150077"/>
                    <a:pt x="59191" y="157976"/>
                  </a:cubicBezTo>
                  <a:cubicBezTo>
                    <a:pt x="52614" y="164558"/>
                    <a:pt x="32884" y="175090"/>
                    <a:pt x="21046" y="181672"/>
                  </a:cubicBezTo>
                  <a:cubicBezTo>
                    <a:pt x="22361" y="197470"/>
                    <a:pt x="27622" y="213267"/>
                    <a:pt x="35515" y="227748"/>
                  </a:cubicBezTo>
                  <a:cubicBezTo>
                    <a:pt x="38145" y="219850"/>
                    <a:pt x="49984" y="192204"/>
                    <a:pt x="59191" y="190887"/>
                  </a:cubicBezTo>
                  <a:cubicBezTo>
                    <a:pt x="69714" y="188254"/>
                    <a:pt x="78921" y="185621"/>
                    <a:pt x="89444" y="198786"/>
                  </a:cubicBezTo>
                  <a:cubicBezTo>
                    <a:pt x="99967" y="211951"/>
                    <a:pt x="114436" y="215900"/>
                    <a:pt x="122328" y="215900"/>
                  </a:cubicBezTo>
                  <a:cubicBezTo>
                    <a:pt x="130220" y="215900"/>
                    <a:pt x="121013" y="243546"/>
                    <a:pt x="96021" y="248812"/>
                  </a:cubicBezTo>
                  <a:cubicBezTo>
                    <a:pt x="72345" y="252761"/>
                    <a:pt x="106544" y="283040"/>
                    <a:pt x="86814" y="283040"/>
                  </a:cubicBezTo>
                  <a:cubicBezTo>
                    <a:pt x="109175" y="296204"/>
                    <a:pt x="134167" y="304103"/>
                    <a:pt x="160474" y="304103"/>
                  </a:cubicBezTo>
                  <a:cubicBezTo>
                    <a:pt x="163105" y="304103"/>
                    <a:pt x="165735" y="302787"/>
                    <a:pt x="167051" y="302787"/>
                  </a:cubicBezTo>
                  <a:cubicBezTo>
                    <a:pt x="167051" y="302787"/>
                    <a:pt x="167051" y="302787"/>
                    <a:pt x="170997" y="322534"/>
                  </a:cubicBezTo>
                  <a:cubicBezTo>
                    <a:pt x="168366" y="322534"/>
                    <a:pt x="164420" y="323850"/>
                    <a:pt x="160474" y="323850"/>
                  </a:cubicBezTo>
                  <a:cubicBezTo>
                    <a:pt x="72345" y="323850"/>
                    <a:pt x="0" y="251445"/>
                    <a:pt x="0" y="161925"/>
                  </a:cubicBezTo>
                  <a:cubicBezTo>
                    <a:pt x="0" y="72405"/>
                    <a:pt x="72345" y="0"/>
                    <a:pt x="160474" y="0"/>
                  </a:cubicBezTo>
                  <a:close/>
                </a:path>
              </a:pathLst>
            </a:custGeom>
            <a:solidFill>
              <a:schemeClr val="bg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2" name="泪滴形 91"/>
            <p:cNvSpPr/>
            <p:nvPr/>
          </p:nvSpPr>
          <p:spPr bwMode="auto">
            <a:xfrm>
              <a:off x="6823750" y="3523283"/>
              <a:ext cx="1520476" cy="1521038"/>
            </a:xfrm>
            <a:prstGeom prst="teardrop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sp>
          <p:nvSpPr>
            <p:cNvPr id="93" name="椭圆​​ 3"/>
            <p:cNvSpPr/>
            <p:nvPr/>
          </p:nvSpPr>
          <p:spPr bwMode="auto">
            <a:xfrm>
              <a:off x="7271947" y="4047272"/>
              <a:ext cx="669726" cy="541546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ysClr val="window" lastClr="FFFFFF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" name="Group 73"/>
          <p:cNvGrpSpPr/>
          <p:nvPr>
            <p:custDataLst>
              <p:tags r:id="rId1"/>
            </p:custDataLst>
          </p:nvPr>
        </p:nvGrpSpPr>
        <p:grpSpPr>
          <a:xfrm>
            <a:off x="605504" y="1926953"/>
            <a:ext cx="435509" cy="435509"/>
            <a:chOff x="0" y="0"/>
            <a:chExt cx="767929" cy="767929"/>
          </a:xfrm>
        </p:grpSpPr>
        <p:sp>
          <p:nvSpPr>
            <p:cNvPr id="35" name="Freeform: Shape 77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Freeform: Shape 78"/>
            <p:cNvSpPr/>
            <p:nvPr>
              <p:custDataLst>
                <p:tags r:id="rId3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37" name="Group 67"/>
          <p:cNvGrpSpPr/>
          <p:nvPr>
            <p:custDataLst>
              <p:tags r:id="rId4"/>
            </p:custDataLst>
          </p:nvPr>
        </p:nvGrpSpPr>
        <p:grpSpPr>
          <a:xfrm>
            <a:off x="606139" y="2825201"/>
            <a:ext cx="435509" cy="435509"/>
            <a:chOff x="0" y="0"/>
            <a:chExt cx="767929" cy="767929"/>
          </a:xfrm>
        </p:grpSpPr>
        <p:sp>
          <p:nvSpPr>
            <p:cNvPr id="38" name="Freeform: Shape 71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: Shape 72"/>
            <p:cNvSpPr/>
            <p:nvPr>
              <p:custDataLst>
                <p:tags r:id="rId6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64185" y="1240155"/>
            <a:ext cx="6861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Rebuilding trust with customers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0685" y="3852545"/>
            <a:ext cx="8078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Clarify the company's position and actions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grpSp>
        <p:nvGrpSpPr>
          <p:cNvPr id="14" name="Group 67"/>
          <p:cNvGrpSpPr/>
          <p:nvPr>
            <p:custDataLst>
              <p:tags r:id="rId7"/>
            </p:custDataLst>
          </p:nvPr>
        </p:nvGrpSpPr>
        <p:grpSpPr>
          <a:xfrm>
            <a:off x="612489" y="5520776"/>
            <a:ext cx="435509" cy="435509"/>
            <a:chOff x="0" y="0"/>
            <a:chExt cx="767929" cy="767929"/>
          </a:xfrm>
        </p:grpSpPr>
        <p:sp>
          <p:nvSpPr>
            <p:cNvPr id="15" name="Freeform: Shape 71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6" name="Freeform: Shape 72"/>
            <p:cNvSpPr/>
            <p:nvPr>
              <p:custDataLst>
                <p:tags r:id="rId9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133475" y="1929130"/>
            <a:ext cx="7526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Quick response and compensation mechanism</a:t>
            </a:r>
            <a:endParaRPr lang="en-US" altLang="zh-CN" sz="2400"/>
          </a:p>
        </p:txBody>
      </p:sp>
      <p:grpSp>
        <p:nvGrpSpPr>
          <p:cNvPr id="19" name="Group 73"/>
          <p:cNvGrpSpPr/>
          <p:nvPr>
            <p:custDataLst>
              <p:tags r:id="rId10"/>
            </p:custDataLst>
          </p:nvPr>
        </p:nvGrpSpPr>
        <p:grpSpPr>
          <a:xfrm>
            <a:off x="606139" y="4628243"/>
            <a:ext cx="435509" cy="435509"/>
            <a:chOff x="0" y="0"/>
            <a:chExt cx="767929" cy="767929"/>
          </a:xfrm>
        </p:grpSpPr>
        <p:sp>
          <p:nvSpPr>
            <p:cNvPr id="20" name="Freeform: Shape 77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24" name="Freeform: Shape 78"/>
            <p:cNvSpPr/>
            <p:nvPr>
              <p:custDataLst>
                <p:tags r:id="rId12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48715" y="2825750"/>
            <a:ext cx="7526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Transparent communication</a:t>
            </a:r>
            <a:endParaRPr lang="en-US" altLang="zh-CN" sz="2400"/>
          </a:p>
        </p:txBody>
      </p:sp>
      <p:sp>
        <p:nvSpPr>
          <p:cNvPr id="27" name="文本框 26"/>
          <p:cNvSpPr txBox="1"/>
          <p:nvPr/>
        </p:nvSpPr>
        <p:spPr>
          <a:xfrm>
            <a:off x="1133475" y="4607560"/>
            <a:ext cx="7526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Strict accountability and institutional rectification</a:t>
            </a:r>
            <a:endParaRPr lang="en-US" altLang="zh-CN" sz="2400"/>
          </a:p>
        </p:txBody>
      </p:sp>
      <p:sp>
        <p:nvSpPr>
          <p:cNvPr id="28" name="文本框 27"/>
          <p:cNvSpPr txBox="1"/>
          <p:nvPr/>
        </p:nvSpPr>
        <p:spPr>
          <a:xfrm>
            <a:off x="1106805" y="5509260"/>
            <a:ext cx="7526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Strengthening the regulatory system</a:t>
            </a:r>
            <a:endParaRPr lang="en-US" altLang="zh-CN" sz="2400"/>
          </a:p>
        </p:txBody>
      </p:sp>
      <p:sp>
        <p:nvSpPr>
          <p:cNvPr id="3" name="矩形 2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3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25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组合 130"/>
          <p:cNvGrpSpPr/>
          <p:nvPr/>
        </p:nvGrpSpPr>
        <p:grpSpPr>
          <a:xfrm>
            <a:off x="627380" y="2517775"/>
            <a:ext cx="3985260" cy="2251075"/>
            <a:chOff x="880244" y="2470844"/>
            <a:chExt cx="5436604" cy="2315939"/>
          </a:xfrm>
        </p:grpSpPr>
        <p:sp>
          <p:nvSpPr>
            <p:cNvPr id="6" name="Freeform: Shape 1"/>
            <p:cNvSpPr/>
            <p:nvPr/>
          </p:nvSpPr>
          <p:spPr>
            <a:xfrm>
              <a:off x="1222486" y="2470844"/>
              <a:ext cx="4763569" cy="1820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85"/>
                  </a:moveTo>
                  <a:cubicBezTo>
                    <a:pt x="21600" y="308"/>
                    <a:pt x="21474" y="0"/>
                    <a:pt x="21321" y="0"/>
                  </a:cubicBezTo>
                  <a:lnTo>
                    <a:pt x="279" y="0"/>
                  </a:lnTo>
                  <a:cubicBezTo>
                    <a:pt x="125" y="0"/>
                    <a:pt x="0" y="308"/>
                    <a:pt x="0" y="685"/>
                  </a:cubicBezTo>
                  <a:lnTo>
                    <a:pt x="0" y="20915"/>
                  </a:lnTo>
                  <a:cubicBezTo>
                    <a:pt x="0" y="21291"/>
                    <a:pt x="125" y="21600"/>
                    <a:pt x="279" y="21600"/>
                  </a:cubicBezTo>
                  <a:lnTo>
                    <a:pt x="21321" y="21600"/>
                  </a:lnTo>
                  <a:cubicBezTo>
                    <a:pt x="21474" y="21600"/>
                    <a:pt x="21600" y="21291"/>
                    <a:pt x="21600" y="20915"/>
                  </a:cubicBezTo>
                  <a:cubicBezTo>
                    <a:pt x="21600" y="20915"/>
                    <a:pt x="21600" y="685"/>
                    <a:pt x="21600" y="685"/>
                  </a:cubicBezTo>
                  <a:close/>
                </a:path>
              </a:pathLst>
            </a:custGeom>
            <a:solidFill>
              <a:srgbClr val="E6E7EA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p>
              <a:pPr algn="ctr"/>
            </a:p>
          </p:txBody>
        </p:sp>
        <p:grpSp>
          <p:nvGrpSpPr>
            <p:cNvPr id="7" name="Group 2"/>
            <p:cNvGrpSpPr/>
            <p:nvPr/>
          </p:nvGrpSpPr>
          <p:grpSpPr>
            <a:xfrm>
              <a:off x="1345157" y="2616516"/>
              <a:ext cx="4522155" cy="1564175"/>
              <a:chOff x="0" y="0"/>
              <a:chExt cx="9044298" cy="3128343"/>
            </a:xfrm>
          </p:grpSpPr>
          <p:sp>
            <p:nvSpPr>
              <p:cNvPr id="14" name="Freeform: Shape 3"/>
              <p:cNvSpPr/>
              <p:nvPr/>
            </p:nvSpPr>
            <p:spPr>
              <a:xfrm>
                <a:off x="0" y="0"/>
                <a:ext cx="518538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0" y="21600"/>
                      <a:pt x="20352" y="21600"/>
                    </a:cubicBezTo>
                    <a:lnTo>
                      <a:pt x="1250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50" y="0"/>
                    </a:cubicBezTo>
                    <a:lnTo>
                      <a:pt x="20352" y="0"/>
                    </a:lnTo>
                    <a:cubicBezTo>
                      <a:pt x="21040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5" name="Freeform: Shape 4"/>
              <p:cNvSpPr/>
              <p:nvPr/>
            </p:nvSpPr>
            <p:spPr>
              <a:xfrm>
                <a:off x="950702" y="628690"/>
                <a:ext cx="518382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8" y="21600"/>
                      <a:pt x="20351" y="21600"/>
                    </a:cubicBezTo>
                    <a:lnTo>
                      <a:pt x="1244" y="21600"/>
                    </a:lnTo>
                    <a:cubicBezTo>
                      <a:pt x="554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4" y="0"/>
                      <a:pt x="1244" y="0"/>
                    </a:cubicBezTo>
                    <a:lnTo>
                      <a:pt x="20351" y="0"/>
                    </a:lnTo>
                    <a:cubicBezTo>
                      <a:pt x="21048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6" name="Freeform: Shape 5"/>
              <p:cNvSpPr/>
              <p:nvPr/>
            </p:nvSpPr>
            <p:spPr>
              <a:xfrm>
                <a:off x="1088707" y="1257380"/>
                <a:ext cx="518576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40" y="21600"/>
                      <a:pt x="20352" y="21600"/>
                    </a:cubicBezTo>
                    <a:lnTo>
                      <a:pt x="1249" y="21600"/>
                    </a:lnTo>
                    <a:cubicBezTo>
                      <a:pt x="571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71" y="0"/>
                      <a:pt x="1249" y="0"/>
                    </a:cubicBezTo>
                    <a:lnTo>
                      <a:pt x="20352" y="0"/>
                    </a:lnTo>
                    <a:cubicBezTo>
                      <a:pt x="21040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7" name="Freeform: Shape 6"/>
              <p:cNvSpPr/>
              <p:nvPr/>
            </p:nvSpPr>
            <p:spPr>
              <a:xfrm>
                <a:off x="782029" y="1901405"/>
                <a:ext cx="518336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40" y="21600"/>
                      <a:pt x="20356" y="21600"/>
                    </a:cubicBezTo>
                    <a:lnTo>
                      <a:pt x="1246" y="21600"/>
                    </a:lnTo>
                    <a:cubicBezTo>
                      <a:pt x="564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4" y="0"/>
                      <a:pt x="1246" y="0"/>
                    </a:cubicBezTo>
                    <a:lnTo>
                      <a:pt x="20356" y="0"/>
                    </a:lnTo>
                    <a:cubicBezTo>
                      <a:pt x="21040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8" name="Freeform: Shape 7"/>
              <p:cNvSpPr/>
              <p:nvPr/>
            </p:nvSpPr>
            <p:spPr>
              <a:xfrm>
                <a:off x="0" y="2530095"/>
                <a:ext cx="518538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040" y="21600"/>
                      <a:pt x="20352" y="21600"/>
                    </a:cubicBezTo>
                    <a:lnTo>
                      <a:pt x="1250" y="21600"/>
                    </a:lnTo>
                    <a:cubicBezTo>
                      <a:pt x="560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560" y="0"/>
                      <a:pt x="1250" y="0"/>
                    </a:cubicBezTo>
                    <a:lnTo>
                      <a:pt x="20352" y="0"/>
                    </a:lnTo>
                    <a:cubicBezTo>
                      <a:pt x="21040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9" name="Freeform: Shape 8"/>
              <p:cNvSpPr/>
              <p:nvPr/>
            </p:nvSpPr>
            <p:spPr>
              <a:xfrm>
                <a:off x="628690" y="2530095"/>
                <a:ext cx="518292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042" y="21600"/>
                      <a:pt x="20350" y="21600"/>
                    </a:cubicBezTo>
                    <a:lnTo>
                      <a:pt x="1247" y="21600"/>
                    </a:lnTo>
                    <a:cubicBezTo>
                      <a:pt x="563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563" y="0"/>
                      <a:pt x="1247" y="0"/>
                    </a:cubicBezTo>
                    <a:lnTo>
                      <a:pt x="20350" y="0"/>
                    </a:lnTo>
                    <a:cubicBezTo>
                      <a:pt x="21042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0" name="Freeform: Shape 9"/>
              <p:cNvSpPr/>
              <p:nvPr/>
            </p:nvSpPr>
            <p:spPr>
              <a:xfrm>
                <a:off x="1257380" y="2530095"/>
                <a:ext cx="518554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036" y="21600"/>
                      <a:pt x="20348" y="21600"/>
                    </a:cubicBezTo>
                    <a:lnTo>
                      <a:pt x="1246" y="21600"/>
                    </a:lnTo>
                    <a:cubicBezTo>
                      <a:pt x="560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560" y="0"/>
                      <a:pt x="1246" y="0"/>
                    </a:cubicBezTo>
                    <a:lnTo>
                      <a:pt x="20348" y="0"/>
                    </a:lnTo>
                    <a:cubicBezTo>
                      <a:pt x="21036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" name="Freeform: Shape 10"/>
              <p:cNvSpPr/>
              <p:nvPr/>
            </p:nvSpPr>
            <p:spPr>
              <a:xfrm>
                <a:off x="6639584" y="2530095"/>
                <a:ext cx="518703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028" y="21600"/>
                      <a:pt x="20343" y="21600"/>
                    </a:cubicBezTo>
                    <a:lnTo>
                      <a:pt x="1244" y="21600"/>
                    </a:lnTo>
                    <a:cubicBezTo>
                      <a:pt x="562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562" y="0"/>
                      <a:pt x="1244" y="0"/>
                    </a:cubicBezTo>
                    <a:lnTo>
                      <a:pt x="20343" y="0"/>
                    </a:lnTo>
                    <a:cubicBezTo>
                      <a:pt x="21028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3" name="Freeform: Shape 11"/>
              <p:cNvSpPr/>
              <p:nvPr/>
            </p:nvSpPr>
            <p:spPr>
              <a:xfrm>
                <a:off x="7268274" y="2821439"/>
                <a:ext cx="518584" cy="299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9436"/>
                    </a:moveTo>
                    <a:cubicBezTo>
                      <a:pt x="21600" y="20632"/>
                      <a:pt x="21041" y="21600"/>
                      <a:pt x="20356" y="21600"/>
                    </a:cubicBezTo>
                    <a:lnTo>
                      <a:pt x="1265" y="21600"/>
                    </a:lnTo>
                    <a:cubicBezTo>
                      <a:pt x="568" y="21600"/>
                      <a:pt x="0" y="20632"/>
                      <a:pt x="0" y="19436"/>
                    </a:cubicBezTo>
                    <a:lnTo>
                      <a:pt x="0" y="2166"/>
                    </a:lnTo>
                    <a:cubicBezTo>
                      <a:pt x="0" y="982"/>
                      <a:pt x="568" y="0"/>
                      <a:pt x="1265" y="0"/>
                    </a:cubicBezTo>
                    <a:lnTo>
                      <a:pt x="20356" y="0"/>
                    </a:lnTo>
                    <a:cubicBezTo>
                      <a:pt x="21041" y="0"/>
                      <a:pt x="21600" y="982"/>
                      <a:pt x="21600" y="2166"/>
                    </a:cubicBezTo>
                    <a:cubicBezTo>
                      <a:pt x="21600" y="2166"/>
                      <a:pt x="21600" y="19436"/>
                      <a:pt x="21600" y="194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4" name="Freeform: Shape 12"/>
              <p:cNvSpPr/>
              <p:nvPr/>
            </p:nvSpPr>
            <p:spPr>
              <a:xfrm>
                <a:off x="8525655" y="2821439"/>
                <a:ext cx="518643" cy="2992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9436"/>
                    </a:moveTo>
                    <a:cubicBezTo>
                      <a:pt x="21600" y="20632"/>
                      <a:pt x="21038" y="21600"/>
                      <a:pt x="20348" y="21600"/>
                    </a:cubicBezTo>
                    <a:lnTo>
                      <a:pt x="1257" y="21600"/>
                    </a:lnTo>
                    <a:cubicBezTo>
                      <a:pt x="573" y="21600"/>
                      <a:pt x="0" y="20632"/>
                      <a:pt x="0" y="19436"/>
                    </a:cubicBezTo>
                    <a:lnTo>
                      <a:pt x="0" y="2166"/>
                    </a:lnTo>
                    <a:cubicBezTo>
                      <a:pt x="0" y="982"/>
                      <a:pt x="573" y="0"/>
                      <a:pt x="1257" y="0"/>
                    </a:cubicBezTo>
                    <a:lnTo>
                      <a:pt x="20348" y="0"/>
                    </a:lnTo>
                    <a:cubicBezTo>
                      <a:pt x="21038" y="0"/>
                      <a:pt x="21600" y="982"/>
                      <a:pt x="21600" y="2166"/>
                    </a:cubicBezTo>
                    <a:cubicBezTo>
                      <a:pt x="21600" y="2166"/>
                      <a:pt x="21600" y="19436"/>
                      <a:pt x="21600" y="194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4" name="Freeform: Shape 13"/>
              <p:cNvSpPr/>
              <p:nvPr/>
            </p:nvSpPr>
            <p:spPr>
              <a:xfrm>
                <a:off x="1886071" y="2530095"/>
                <a:ext cx="682846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175" y="21600"/>
                      <a:pt x="20659" y="21600"/>
                    </a:cubicBezTo>
                    <a:lnTo>
                      <a:pt x="944" y="21600"/>
                    </a:lnTo>
                    <a:cubicBezTo>
                      <a:pt x="423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423" y="0"/>
                      <a:pt x="944" y="0"/>
                    </a:cubicBezTo>
                    <a:lnTo>
                      <a:pt x="20659" y="0"/>
                    </a:lnTo>
                    <a:cubicBezTo>
                      <a:pt x="21175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5" name="Freeform: Shape 14"/>
              <p:cNvSpPr/>
              <p:nvPr/>
            </p:nvSpPr>
            <p:spPr>
              <a:xfrm>
                <a:off x="5842220" y="2530095"/>
                <a:ext cx="683124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177" y="21600"/>
                      <a:pt x="20651" y="21600"/>
                    </a:cubicBezTo>
                    <a:lnTo>
                      <a:pt x="950" y="21600"/>
                    </a:lnTo>
                    <a:cubicBezTo>
                      <a:pt x="435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435" y="0"/>
                      <a:pt x="950" y="0"/>
                    </a:cubicBezTo>
                    <a:lnTo>
                      <a:pt x="20651" y="0"/>
                    </a:lnTo>
                    <a:cubicBezTo>
                      <a:pt x="21177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5" name="Freeform: Shape 15"/>
              <p:cNvSpPr/>
              <p:nvPr/>
            </p:nvSpPr>
            <p:spPr>
              <a:xfrm>
                <a:off x="2683434" y="2530095"/>
                <a:ext cx="3044442" cy="59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518"/>
                    </a:moveTo>
                    <a:cubicBezTo>
                      <a:pt x="21600" y="21116"/>
                      <a:pt x="21503" y="21600"/>
                      <a:pt x="21385" y="21600"/>
                    </a:cubicBezTo>
                    <a:lnTo>
                      <a:pt x="213" y="21600"/>
                    </a:lnTo>
                    <a:cubicBezTo>
                      <a:pt x="98" y="21600"/>
                      <a:pt x="0" y="21116"/>
                      <a:pt x="0" y="20518"/>
                    </a:cubicBezTo>
                    <a:lnTo>
                      <a:pt x="0" y="1081"/>
                    </a:lnTo>
                    <a:cubicBezTo>
                      <a:pt x="0" y="496"/>
                      <a:pt x="98" y="0"/>
                      <a:pt x="213" y="0"/>
                    </a:cubicBezTo>
                    <a:lnTo>
                      <a:pt x="21385" y="0"/>
                    </a:lnTo>
                    <a:cubicBezTo>
                      <a:pt x="21503" y="0"/>
                      <a:pt x="21600" y="496"/>
                      <a:pt x="21600" y="1081"/>
                    </a:cubicBezTo>
                    <a:cubicBezTo>
                      <a:pt x="21600" y="1081"/>
                      <a:pt x="21600" y="20518"/>
                      <a:pt x="21600" y="20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7" name="Freeform: Shape 16"/>
              <p:cNvSpPr/>
              <p:nvPr/>
            </p:nvSpPr>
            <p:spPr>
              <a:xfrm>
                <a:off x="1410719" y="1901405"/>
                <a:ext cx="518277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46" y="21600"/>
                      <a:pt x="20357" y="21600"/>
                    </a:cubicBezTo>
                    <a:lnTo>
                      <a:pt x="1243" y="21600"/>
                    </a:lnTo>
                    <a:cubicBezTo>
                      <a:pt x="567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7" y="0"/>
                      <a:pt x="1243" y="0"/>
                    </a:cubicBezTo>
                    <a:lnTo>
                      <a:pt x="20357" y="0"/>
                    </a:lnTo>
                    <a:cubicBezTo>
                      <a:pt x="21046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8" name="Freeform: Shape 17"/>
              <p:cNvSpPr/>
              <p:nvPr/>
            </p:nvSpPr>
            <p:spPr>
              <a:xfrm>
                <a:off x="2054744" y="1901405"/>
                <a:ext cx="518321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40" y="21600"/>
                      <a:pt x="20360" y="21600"/>
                    </a:cubicBezTo>
                    <a:lnTo>
                      <a:pt x="1250" y="21600"/>
                    </a:lnTo>
                    <a:cubicBezTo>
                      <a:pt x="561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1" y="0"/>
                      <a:pt x="1250" y="0"/>
                    </a:cubicBezTo>
                    <a:lnTo>
                      <a:pt x="20360" y="0"/>
                    </a:lnTo>
                    <a:cubicBezTo>
                      <a:pt x="21040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29" name="Freeform: Shape 18"/>
              <p:cNvSpPr/>
              <p:nvPr/>
            </p:nvSpPr>
            <p:spPr>
              <a:xfrm>
                <a:off x="2683434" y="1901405"/>
                <a:ext cx="518630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42" y="21600"/>
                      <a:pt x="20349" y="21600"/>
                    </a:cubicBezTo>
                    <a:lnTo>
                      <a:pt x="1253" y="21600"/>
                    </a:lnTo>
                    <a:cubicBezTo>
                      <a:pt x="575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75" y="0"/>
                      <a:pt x="1253" y="0"/>
                    </a:cubicBezTo>
                    <a:lnTo>
                      <a:pt x="20349" y="0"/>
                    </a:lnTo>
                    <a:cubicBezTo>
                      <a:pt x="21042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30" name="Freeform: Shape 19"/>
              <p:cNvSpPr/>
              <p:nvPr/>
            </p:nvSpPr>
            <p:spPr>
              <a:xfrm>
                <a:off x="3312125" y="1901405"/>
                <a:ext cx="518367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37" y="21600"/>
                      <a:pt x="20358" y="21600"/>
                    </a:cubicBezTo>
                    <a:lnTo>
                      <a:pt x="1255" y="21600"/>
                    </a:lnTo>
                    <a:cubicBezTo>
                      <a:pt x="567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7" y="0"/>
                      <a:pt x="1255" y="0"/>
                    </a:cubicBezTo>
                    <a:lnTo>
                      <a:pt x="20358" y="0"/>
                    </a:lnTo>
                    <a:cubicBezTo>
                      <a:pt x="21037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31" name="Freeform: Shape 20"/>
              <p:cNvSpPr/>
              <p:nvPr/>
            </p:nvSpPr>
            <p:spPr>
              <a:xfrm>
                <a:off x="3940815" y="1901405"/>
                <a:ext cx="518307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38" y="21600"/>
                      <a:pt x="20355" y="21600"/>
                    </a:cubicBezTo>
                    <a:lnTo>
                      <a:pt x="1242" y="21600"/>
                    </a:lnTo>
                    <a:cubicBezTo>
                      <a:pt x="559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59" y="0"/>
                      <a:pt x="1242" y="0"/>
                    </a:cubicBezTo>
                    <a:lnTo>
                      <a:pt x="20355" y="0"/>
                    </a:lnTo>
                    <a:cubicBezTo>
                      <a:pt x="21038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32" name="Freeform: Shape 21"/>
              <p:cNvSpPr/>
              <p:nvPr/>
            </p:nvSpPr>
            <p:spPr>
              <a:xfrm>
                <a:off x="4569506" y="1901405"/>
                <a:ext cx="518554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43" y="21600"/>
                      <a:pt x="20356" y="21600"/>
                    </a:cubicBezTo>
                    <a:lnTo>
                      <a:pt x="1252" y="21600"/>
                    </a:lnTo>
                    <a:cubicBezTo>
                      <a:pt x="562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2" y="0"/>
                      <a:pt x="1252" y="0"/>
                    </a:cubicBezTo>
                    <a:lnTo>
                      <a:pt x="20356" y="0"/>
                    </a:lnTo>
                    <a:cubicBezTo>
                      <a:pt x="21043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33" name="Freeform: Shape 22"/>
              <p:cNvSpPr/>
              <p:nvPr/>
            </p:nvSpPr>
            <p:spPr>
              <a:xfrm>
                <a:off x="5213530" y="1901405"/>
                <a:ext cx="518464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32" y="21600"/>
                      <a:pt x="20340" y="21600"/>
                    </a:cubicBezTo>
                    <a:lnTo>
                      <a:pt x="1242" y="21600"/>
                    </a:lnTo>
                    <a:cubicBezTo>
                      <a:pt x="560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0" y="0"/>
                      <a:pt x="1242" y="0"/>
                    </a:cubicBezTo>
                    <a:lnTo>
                      <a:pt x="20340" y="0"/>
                    </a:lnTo>
                    <a:cubicBezTo>
                      <a:pt x="21032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" name="Freeform: Shape 23"/>
              <p:cNvSpPr/>
              <p:nvPr/>
            </p:nvSpPr>
            <p:spPr>
              <a:xfrm>
                <a:off x="5842220" y="1901405"/>
                <a:ext cx="518643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35" y="21600"/>
                      <a:pt x="20348" y="21600"/>
                    </a:cubicBezTo>
                    <a:lnTo>
                      <a:pt x="1252" y="21600"/>
                    </a:lnTo>
                    <a:cubicBezTo>
                      <a:pt x="573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73" y="0"/>
                      <a:pt x="1252" y="0"/>
                    </a:cubicBezTo>
                    <a:lnTo>
                      <a:pt x="20348" y="0"/>
                    </a:lnTo>
                    <a:cubicBezTo>
                      <a:pt x="21035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" name="Freeform: Shape 24"/>
              <p:cNvSpPr/>
              <p:nvPr/>
            </p:nvSpPr>
            <p:spPr>
              <a:xfrm>
                <a:off x="6470911" y="1901405"/>
                <a:ext cx="518404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50" y="21600"/>
                      <a:pt x="20358" y="21600"/>
                    </a:cubicBezTo>
                    <a:lnTo>
                      <a:pt x="1250" y="21600"/>
                    </a:lnTo>
                    <a:cubicBezTo>
                      <a:pt x="560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0" y="0"/>
                      <a:pt x="1250" y="0"/>
                    </a:cubicBezTo>
                    <a:lnTo>
                      <a:pt x="20358" y="0"/>
                    </a:lnTo>
                    <a:cubicBezTo>
                      <a:pt x="21050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1" name="Freeform: Shape 25"/>
              <p:cNvSpPr/>
              <p:nvPr/>
            </p:nvSpPr>
            <p:spPr>
              <a:xfrm>
                <a:off x="7099601" y="1901405"/>
                <a:ext cx="518523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037" y="21600"/>
                      <a:pt x="20350" y="21600"/>
                    </a:cubicBezTo>
                    <a:lnTo>
                      <a:pt x="1254" y="21600"/>
                    </a:lnTo>
                    <a:cubicBezTo>
                      <a:pt x="565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565" y="0"/>
                      <a:pt x="1254" y="0"/>
                    </a:cubicBezTo>
                    <a:lnTo>
                      <a:pt x="20350" y="0"/>
                    </a:lnTo>
                    <a:cubicBezTo>
                      <a:pt x="21037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2" name="Freeform: Shape 26"/>
              <p:cNvSpPr/>
              <p:nvPr/>
            </p:nvSpPr>
            <p:spPr>
              <a:xfrm>
                <a:off x="7728292" y="1901405"/>
                <a:ext cx="1309298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377" y="21600"/>
                      <a:pt x="21106" y="21600"/>
                    </a:cubicBezTo>
                    <a:lnTo>
                      <a:pt x="493" y="21600"/>
                    </a:lnTo>
                    <a:cubicBezTo>
                      <a:pt x="222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222" y="0"/>
                      <a:pt x="493" y="0"/>
                    </a:cubicBezTo>
                    <a:lnTo>
                      <a:pt x="21106" y="0"/>
                    </a:lnTo>
                    <a:cubicBezTo>
                      <a:pt x="21377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3" name="Freeform: Shape 27"/>
              <p:cNvSpPr/>
              <p:nvPr/>
            </p:nvSpPr>
            <p:spPr>
              <a:xfrm>
                <a:off x="1732732" y="1257380"/>
                <a:ext cx="518232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51" y="21600"/>
                      <a:pt x="20364" y="21600"/>
                    </a:cubicBezTo>
                    <a:lnTo>
                      <a:pt x="1240" y="21600"/>
                    </a:lnTo>
                    <a:cubicBezTo>
                      <a:pt x="560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60" y="0"/>
                      <a:pt x="1240" y="0"/>
                    </a:cubicBezTo>
                    <a:lnTo>
                      <a:pt x="20364" y="0"/>
                    </a:lnTo>
                    <a:cubicBezTo>
                      <a:pt x="21051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48" name="Freeform: Shape 28"/>
              <p:cNvSpPr/>
              <p:nvPr/>
            </p:nvSpPr>
            <p:spPr>
              <a:xfrm>
                <a:off x="2361422" y="1257380"/>
                <a:ext cx="518307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37" y="21600"/>
                      <a:pt x="20349" y="21600"/>
                    </a:cubicBezTo>
                    <a:lnTo>
                      <a:pt x="1236" y="21600"/>
                    </a:lnTo>
                    <a:cubicBezTo>
                      <a:pt x="554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4" y="0"/>
                      <a:pt x="1236" y="0"/>
                    </a:cubicBezTo>
                    <a:lnTo>
                      <a:pt x="20349" y="0"/>
                    </a:lnTo>
                    <a:cubicBezTo>
                      <a:pt x="21037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58" name="Freeform: Shape 29"/>
              <p:cNvSpPr/>
              <p:nvPr/>
            </p:nvSpPr>
            <p:spPr>
              <a:xfrm>
                <a:off x="2990113" y="1257380"/>
                <a:ext cx="51822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51" y="21600"/>
                      <a:pt x="20362" y="21600"/>
                    </a:cubicBezTo>
                    <a:lnTo>
                      <a:pt x="1244" y="21600"/>
                    </a:lnTo>
                    <a:cubicBezTo>
                      <a:pt x="557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7" y="0"/>
                      <a:pt x="1244" y="0"/>
                    </a:cubicBezTo>
                    <a:lnTo>
                      <a:pt x="20362" y="0"/>
                    </a:lnTo>
                    <a:cubicBezTo>
                      <a:pt x="21051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59" name="Freeform: Shape 30"/>
              <p:cNvSpPr/>
              <p:nvPr/>
            </p:nvSpPr>
            <p:spPr>
              <a:xfrm>
                <a:off x="3618803" y="1257380"/>
                <a:ext cx="518352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38" y="21600"/>
                      <a:pt x="20358" y="21600"/>
                    </a:cubicBezTo>
                    <a:lnTo>
                      <a:pt x="1239" y="21600"/>
                    </a:lnTo>
                    <a:cubicBezTo>
                      <a:pt x="559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9" y="0"/>
                      <a:pt x="1239" y="0"/>
                    </a:cubicBezTo>
                    <a:lnTo>
                      <a:pt x="20358" y="0"/>
                    </a:lnTo>
                    <a:cubicBezTo>
                      <a:pt x="21038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0" name="Freeform: Shape 31"/>
              <p:cNvSpPr/>
              <p:nvPr/>
            </p:nvSpPr>
            <p:spPr>
              <a:xfrm>
                <a:off x="4247493" y="1257380"/>
                <a:ext cx="518570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32" y="21600"/>
                      <a:pt x="20353" y="21600"/>
                    </a:cubicBezTo>
                    <a:lnTo>
                      <a:pt x="1251" y="21600"/>
                    </a:lnTo>
                    <a:cubicBezTo>
                      <a:pt x="574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74" y="0"/>
                      <a:pt x="1251" y="0"/>
                    </a:cubicBezTo>
                    <a:lnTo>
                      <a:pt x="20353" y="0"/>
                    </a:lnTo>
                    <a:cubicBezTo>
                      <a:pt x="21032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1" name="Freeform: Shape 32"/>
              <p:cNvSpPr/>
              <p:nvPr/>
            </p:nvSpPr>
            <p:spPr>
              <a:xfrm>
                <a:off x="4891518" y="1257380"/>
                <a:ext cx="51834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40" y="21600"/>
                      <a:pt x="20355" y="21600"/>
                    </a:cubicBezTo>
                    <a:lnTo>
                      <a:pt x="1248" y="21600"/>
                    </a:lnTo>
                    <a:cubicBezTo>
                      <a:pt x="560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60" y="0"/>
                      <a:pt x="1248" y="0"/>
                    </a:cubicBezTo>
                    <a:lnTo>
                      <a:pt x="20355" y="0"/>
                    </a:lnTo>
                    <a:cubicBezTo>
                      <a:pt x="21040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2" name="Freeform: Shape 33"/>
              <p:cNvSpPr/>
              <p:nvPr/>
            </p:nvSpPr>
            <p:spPr>
              <a:xfrm>
                <a:off x="5520208" y="1257380"/>
                <a:ext cx="518209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48" y="21600"/>
                      <a:pt x="20357" y="21600"/>
                    </a:cubicBezTo>
                    <a:lnTo>
                      <a:pt x="1243" y="21600"/>
                    </a:lnTo>
                    <a:cubicBezTo>
                      <a:pt x="557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7" y="0"/>
                      <a:pt x="1243" y="0"/>
                    </a:cubicBezTo>
                    <a:lnTo>
                      <a:pt x="20357" y="0"/>
                    </a:lnTo>
                    <a:cubicBezTo>
                      <a:pt x="21048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3" name="Freeform: Shape 34"/>
              <p:cNvSpPr/>
              <p:nvPr/>
            </p:nvSpPr>
            <p:spPr>
              <a:xfrm>
                <a:off x="6148899" y="1257380"/>
                <a:ext cx="518403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35" y="21600"/>
                      <a:pt x="20355" y="21600"/>
                    </a:cubicBezTo>
                    <a:lnTo>
                      <a:pt x="1245" y="21600"/>
                    </a:lnTo>
                    <a:cubicBezTo>
                      <a:pt x="560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60" y="0"/>
                      <a:pt x="1245" y="0"/>
                    </a:cubicBezTo>
                    <a:lnTo>
                      <a:pt x="20355" y="0"/>
                    </a:lnTo>
                    <a:cubicBezTo>
                      <a:pt x="21035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4" name="Freeform: Shape 35"/>
              <p:cNvSpPr/>
              <p:nvPr/>
            </p:nvSpPr>
            <p:spPr>
              <a:xfrm>
                <a:off x="6777589" y="1257380"/>
                <a:ext cx="51846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40" y="21600"/>
                      <a:pt x="20353" y="21600"/>
                    </a:cubicBezTo>
                    <a:lnTo>
                      <a:pt x="1240" y="21600"/>
                    </a:lnTo>
                    <a:cubicBezTo>
                      <a:pt x="557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7" y="0"/>
                      <a:pt x="1240" y="0"/>
                    </a:cubicBezTo>
                    <a:lnTo>
                      <a:pt x="20353" y="0"/>
                    </a:lnTo>
                    <a:cubicBezTo>
                      <a:pt x="21040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5" name="Freeform: Shape 36"/>
              <p:cNvSpPr/>
              <p:nvPr/>
            </p:nvSpPr>
            <p:spPr>
              <a:xfrm>
                <a:off x="7406280" y="1257380"/>
                <a:ext cx="51828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40" y="21600"/>
                      <a:pt x="20357" y="21600"/>
                    </a:cubicBezTo>
                    <a:lnTo>
                      <a:pt x="1253" y="21600"/>
                    </a:lnTo>
                    <a:cubicBezTo>
                      <a:pt x="557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7" y="0"/>
                      <a:pt x="1253" y="0"/>
                    </a:cubicBezTo>
                    <a:lnTo>
                      <a:pt x="20357" y="0"/>
                    </a:lnTo>
                    <a:cubicBezTo>
                      <a:pt x="21040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6" name="Freeform: Shape 37"/>
              <p:cNvSpPr/>
              <p:nvPr/>
            </p:nvSpPr>
            <p:spPr>
              <a:xfrm>
                <a:off x="8034970" y="1257380"/>
                <a:ext cx="51834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037" y="21600"/>
                      <a:pt x="20354" y="21600"/>
                    </a:cubicBezTo>
                    <a:lnTo>
                      <a:pt x="1240" y="21600"/>
                    </a:lnTo>
                    <a:cubicBezTo>
                      <a:pt x="552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552" y="0"/>
                      <a:pt x="1240" y="0"/>
                    </a:cubicBezTo>
                    <a:lnTo>
                      <a:pt x="20354" y="0"/>
                    </a:lnTo>
                    <a:cubicBezTo>
                      <a:pt x="21037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7" name="Freeform: Shape 38"/>
              <p:cNvSpPr/>
              <p:nvPr/>
            </p:nvSpPr>
            <p:spPr>
              <a:xfrm>
                <a:off x="1579393" y="628690"/>
                <a:ext cx="518583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49" y="21600"/>
                    </a:cubicBezTo>
                    <a:lnTo>
                      <a:pt x="1250" y="21600"/>
                    </a:lnTo>
                    <a:cubicBezTo>
                      <a:pt x="567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7" y="0"/>
                      <a:pt x="1250" y="0"/>
                    </a:cubicBezTo>
                    <a:lnTo>
                      <a:pt x="20349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8" name="Freeform: Shape 39"/>
              <p:cNvSpPr/>
              <p:nvPr/>
            </p:nvSpPr>
            <p:spPr>
              <a:xfrm>
                <a:off x="2208083" y="628690"/>
                <a:ext cx="518442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39" y="21600"/>
                      <a:pt x="20349" y="21600"/>
                    </a:cubicBezTo>
                    <a:lnTo>
                      <a:pt x="1243" y="21600"/>
                    </a:lnTo>
                    <a:cubicBezTo>
                      <a:pt x="559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9" y="0"/>
                      <a:pt x="1243" y="0"/>
                    </a:cubicBezTo>
                    <a:lnTo>
                      <a:pt x="20349" y="0"/>
                    </a:lnTo>
                    <a:cubicBezTo>
                      <a:pt x="21039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69" name="Freeform: Shape 40"/>
              <p:cNvSpPr/>
              <p:nvPr/>
            </p:nvSpPr>
            <p:spPr>
              <a:xfrm>
                <a:off x="2836773" y="628690"/>
                <a:ext cx="518262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51" y="21600"/>
                    </a:cubicBezTo>
                    <a:lnTo>
                      <a:pt x="1238" y="21600"/>
                    </a:lnTo>
                    <a:cubicBezTo>
                      <a:pt x="558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8" y="0"/>
                      <a:pt x="1238" y="0"/>
                    </a:cubicBezTo>
                    <a:lnTo>
                      <a:pt x="20351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0" name="Freeform: Shape 41"/>
              <p:cNvSpPr/>
              <p:nvPr/>
            </p:nvSpPr>
            <p:spPr>
              <a:xfrm>
                <a:off x="3465464" y="628690"/>
                <a:ext cx="518307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39" y="21600"/>
                      <a:pt x="20359" y="21600"/>
                    </a:cubicBezTo>
                    <a:lnTo>
                      <a:pt x="1249" y="21600"/>
                    </a:lnTo>
                    <a:cubicBezTo>
                      <a:pt x="561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1" y="0"/>
                      <a:pt x="1249" y="0"/>
                    </a:cubicBezTo>
                    <a:lnTo>
                      <a:pt x="20359" y="0"/>
                    </a:lnTo>
                    <a:cubicBezTo>
                      <a:pt x="21039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1" name="Freeform: Shape 42"/>
              <p:cNvSpPr/>
              <p:nvPr/>
            </p:nvSpPr>
            <p:spPr>
              <a:xfrm>
                <a:off x="4109488" y="628690"/>
                <a:ext cx="518315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3" y="21600"/>
                      <a:pt x="20349" y="21600"/>
                    </a:cubicBezTo>
                    <a:lnTo>
                      <a:pt x="1242" y="21600"/>
                    </a:lnTo>
                    <a:cubicBezTo>
                      <a:pt x="558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8" y="0"/>
                      <a:pt x="1242" y="0"/>
                    </a:cubicBezTo>
                    <a:lnTo>
                      <a:pt x="20349" y="0"/>
                    </a:lnTo>
                    <a:cubicBezTo>
                      <a:pt x="21043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2" name="Freeform: Shape 43"/>
              <p:cNvSpPr/>
              <p:nvPr/>
            </p:nvSpPr>
            <p:spPr>
              <a:xfrm>
                <a:off x="4738179" y="628690"/>
                <a:ext cx="518328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8" y="21600"/>
                      <a:pt x="20360" y="21600"/>
                    </a:cubicBezTo>
                    <a:lnTo>
                      <a:pt x="1247" y="21600"/>
                    </a:lnTo>
                    <a:cubicBezTo>
                      <a:pt x="560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0" y="0"/>
                      <a:pt x="1247" y="0"/>
                    </a:cubicBezTo>
                    <a:lnTo>
                      <a:pt x="20360" y="0"/>
                    </a:lnTo>
                    <a:cubicBezTo>
                      <a:pt x="21048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3" name="Freeform: Shape 44"/>
              <p:cNvSpPr/>
              <p:nvPr/>
            </p:nvSpPr>
            <p:spPr>
              <a:xfrm>
                <a:off x="5366869" y="628690"/>
                <a:ext cx="518209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8" y="21600"/>
                      <a:pt x="20357" y="21600"/>
                    </a:cubicBezTo>
                    <a:lnTo>
                      <a:pt x="1235" y="21600"/>
                    </a:lnTo>
                    <a:cubicBezTo>
                      <a:pt x="557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7" y="0"/>
                      <a:pt x="1235" y="0"/>
                    </a:cubicBezTo>
                    <a:lnTo>
                      <a:pt x="20357" y="0"/>
                    </a:lnTo>
                    <a:cubicBezTo>
                      <a:pt x="21048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4" name="Freeform: Shape 45"/>
              <p:cNvSpPr/>
              <p:nvPr/>
            </p:nvSpPr>
            <p:spPr>
              <a:xfrm>
                <a:off x="5995560" y="628690"/>
                <a:ext cx="518523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50" y="21600"/>
                    </a:cubicBezTo>
                    <a:lnTo>
                      <a:pt x="1247" y="21600"/>
                    </a:lnTo>
                    <a:cubicBezTo>
                      <a:pt x="562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2" y="0"/>
                      <a:pt x="1247" y="0"/>
                    </a:cubicBezTo>
                    <a:lnTo>
                      <a:pt x="20350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5" name="Freeform: Shape 46"/>
              <p:cNvSpPr/>
              <p:nvPr/>
            </p:nvSpPr>
            <p:spPr>
              <a:xfrm>
                <a:off x="6624250" y="628690"/>
                <a:ext cx="518209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60" y="21600"/>
                    </a:cubicBezTo>
                    <a:lnTo>
                      <a:pt x="1245" y="21600"/>
                    </a:lnTo>
                    <a:cubicBezTo>
                      <a:pt x="557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57" y="0"/>
                      <a:pt x="1245" y="0"/>
                    </a:cubicBezTo>
                    <a:lnTo>
                      <a:pt x="20360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6" name="Freeform: Shape 47"/>
              <p:cNvSpPr/>
              <p:nvPr/>
            </p:nvSpPr>
            <p:spPr>
              <a:xfrm>
                <a:off x="7252941" y="628690"/>
                <a:ext cx="518463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47" y="21600"/>
                    </a:cubicBezTo>
                    <a:lnTo>
                      <a:pt x="1247" y="21600"/>
                    </a:lnTo>
                    <a:cubicBezTo>
                      <a:pt x="567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7" y="0"/>
                      <a:pt x="1247" y="0"/>
                    </a:cubicBezTo>
                    <a:lnTo>
                      <a:pt x="20347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7" name="Freeform: Shape 48"/>
              <p:cNvSpPr/>
              <p:nvPr/>
            </p:nvSpPr>
            <p:spPr>
              <a:xfrm>
                <a:off x="7896965" y="628690"/>
                <a:ext cx="518388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040" y="21600"/>
                      <a:pt x="20358" y="21600"/>
                    </a:cubicBezTo>
                    <a:lnTo>
                      <a:pt x="1247" y="21600"/>
                    </a:lnTo>
                    <a:cubicBezTo>
                      <a:pt x="560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560" y="0"/>
                      <a:pt x="1247" y="0"/>
                    </a:cubicBezTo>
                    <a:lnTo>
                      <a:pt x="20358" y="0"/>
                    </a:lnTo>
                    <a:cubicBezTo>
                      <a:pt x="21040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8" name="Freeform: Shape 49"/>
              <p:cNvSpPr/>
              <p:nvPr/>
            </p:nvSpPr>
            <p:spPr>
              <a:xfrm>
                <a:off x="0" y="628690"/>
                <a:ext cx="837533" cy="51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4"/>
                    </a:moveTo>
                    <a:cubicBezTo>
                      <a:pt x="21600" y="21038"/>
                      <a:pt x="21253" y="21600"/>
                      <a:pt x="20827" y="21600"/>
                    </a:cubicBezTo>
                    <a:lnTo>
                      <a:pt x="774" y="21600"/>
                    </a:lnTo>
                    <a:cubicBezTo>
                      <a:pt x="347" y="21600"/>
                      <a:pt x="0" y="21038"/>
                      <a:pt x="0" y="20344"/>
                    </a:cubicBezTo>
                    <a:lnTo>
                      <a:pt x="0" y="1241"/>
                    </a:lnTo>
                    <a:cubicBezTo>
                      <a:pt x="0" y="563"/>
                      <a:pt x="347" y="0"/>
                      <a:pt x="774" y="0"/>
                    </a:cubicBezTo>
                    <a:lnTo>
                      <a:pt x="20827" y="0"/>
                    </a:lnTo>
                    <a:cubicBezTo>
                      <a:pt x="21253" y="0"/>
                      <a:pt x="21600" y="563"/>
                      <a:pt x="21600" y="1241"/>
                    </a:cubicBezTo>
                    <a:cubicBezTo>
                      <a:pt x="21600" y="1241"/>
                      <a:pt x="21600" y="20344"/>
                      <a:pt x="21600" y="20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79" name="Freeform: Shape 50"/>
              <p:cNvSpPr/>
              <p:nvPr/>
            </p:nvSpPr>
            <p:spPr>
              <a:xfrm>
                <a:off x="8203643" y="0"/>
                <a:ext cx="837466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252" y="21600"/>
                      <a:pt x="20828" y="21600"/>
                    </a:cubicBezTo>
                    <a:lnTo>
                      <a:pt x="772" y="21600"/>
                    </a:lnTo>
                    <a:cubicBezTo>
                      <a:pt x="351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351" y="0"/>
                      <a:pt x="772" y="0"/>
                    </a:cubicBezTo>
                    <a:lnTo>
                      <a:pt x="20828" y="0"/>
                    </a:lnTo>
                    <a:cubicBezTo>
                      <a:pt x="21252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80" name="Freeform: Shape 51"/>
              <p:cNvSpPr/>
              <p:nvPr/>
            </p:nvSpPr>
            <p:spPr>
              <a:xfrm>
                <a:off x="0" y="1257380"/>
                <a:ext cx="986934" cy="518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6"/>
                    </a:moveTo>
                    <a:cubicBezTo>
                      <a:pt x="21600" y="21049"/>
                      <a:pt x="21308" y="21600"/>
                      <a:pt x="20944" y="21600"/>
                    </a:cubicBezTo>
                    <a:lnTo>
                      <a:pt x="657" y="21600"/>
                    </a:lnTo>
                    <a:cubicBezTo>
                      <a:pt x="294" y="21600"/>
                      <a:pt x="0" y="21049"/>
                      <a:pt x="0" y="20356"/>
                    </a:cubicBezTo>
                    <a:lnTo>
                      <a:pt x="0" y="1238"/>
                    </a:lnTo>
                    <a:cubicBezTo>
                      <a:pt x="0" y="561"/>
                      <a:pt x="294" y="0"/>
                      <a:pt x="657" y="0"/>
                    </a:cubicBezTo>
                    <a:lnTo>
                      <a:pt x="20944" y="0"/>
                    </a:lnTo>
                    <a:cubicBezTo>
                      <a:pt x="21308" y="0"/>
                      <a:pt x="21600" y="561"/>
                      <a:pt x="21600" y="1238"/>
                    </a:cubicBezTo>
                    <a:cubicBezTo>
                      <a:pt x="21600" y="1238"/>
                      <a:pt x="21600" y="20356"/>
                      <a:pt x="21600" y="20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81" name="Freeform: Shape 52"/>
              <p:cNvSpPr/>
              <p:nvPr/>
            </p:nvSpPr>
            <p:spPr>
              <a:xfrm>
                <a:off x="0" y="1901405"/>
                <a:ext cx="678040" cy="5184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52"/>
                    </a:moveTo>
                    <a:cubicBezTo>
                      <a:pt x="21600" y="21036"/>
                      <a:pt x="21171" y="21600"/>
                      <a:pt x="20645" y="21600"/>
                    </a:cubicBezTo>
                    <a:lnTo>
                      <a:pt x="956" y="21600"/>
                    </a:lnTo>
                    <a:cubicBezTo>
                      <a:pt x="428" y="21600"/>
                      <a:pt x="0" y="21036"/>
                      <a:pt x="0" y="20352"/>
                    </a:cubicBezTo>
                    <a:lnTo>
                      <a:pt x="0" y="1250"/>
                    </a:lnTo>
                    <a:cubicBezTo>
                      <a:pt x="0" y="566"/>
                      <a:pt x="428" y="0"/>
                      <a:pt x="956" y="0"/>
                    </a:cubicBezTo>
                    <a:lnTo>
                      <a:pt x="20645" y="0"/>
                    </a:lnTo>
                    <a:cubicBezTo>
                      <a:pt x="21171" y="0"/>
                      <a:pt x="21600" y="566"/>
                      <a:pt x="21600" y="1250"/>
                    </a:cubicBezTo>
                    <a:cubicBezTo>
                      <a:pt x="21600" y="1250"/>
                      <a:pt x="21600" y="20352"/>
                      <a:pt x="21600" y="20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82" name="Freeform: Shape 53"/>
              <p:cNvSpPr/>
              <p:nvPr/>
            </p:nvSpPr>
            <p:spPr>
              <a:xfrm>
                <a:off x="628690" y="0"/>
                <a:ext cx="518375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3" y="21600"/>
                      <a:pt x="20346" y="21600"/>
                    </a:cubicBezTo>
                    <a:lnTo>
                      <a:pt x="1249" y="21600"/>
                    </a:lnTo>
                    <a:cubicBezTo>
                      <a:pt x="562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2" y="0"/>
                      <a:pt x="1249" y="0"/>
                    </a:cubicBezTo>
                    <a:lnTo>
                      <a:pt x="20346" y="0"/>
                    </a:lnTo>
                    <a:cubicBezTo>
                      <a:pt x="21043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83" name="Freeform: Shape 54"/>
              <p:cNvSpPr/>
              <p:nvPr/>
            </p:nvSpPr>
            <p:spPr>
              <a:xfrm>
                <a:off x="1257380" y="0"/>
                <a:ext cx="518285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1" y="21600"/>
                      <a:pt x="20353" y="21600"/>
                    </a:cubicBezTo>
                    <a:lnTo>
                      <a:pt x="1239" y="21600"/>
                    </a:lnTo>
                    <a:cubicBezTo>
                      <a:pt x="558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58" y="0"/>
                      <a:pt x="1239" y="0"/>
                    </a:cubicBezTo>
                    <a:lnTo>
                      <a:pt x="20353" y="0"/>
                    </a:lnTo>
                    <a:cubicBezTo>
                      <a:pt x="21041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84" name="Freeform: Shape 55"/>
              <p:cNvSpPr/>
              <p:nvPr/>
            </p:nvSpPr>
            <p:spPr>
              <a:xfrm>
                <a:off x="1886071" y="0"/>
                <a:ext cx="518658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27" y="21600"/>
                      <a:pt x="20340" y="21600"/>
                    </a:cubicBezTo>
                    <a:lnTo>
                      <a:pt x="1242" y="21600"/>
                    </a:lnTo>
                    <a:cubicBezTo>
                      <a:pt x="558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58" y="0"/>
                      <a:pt x="1242" y="0"/>
                    </a:cubicBezTo>
                    <a:lnTo>
                      <a:pt x="20340" y="0"/>
                    </a:lnTo>
                    <a:cubicBezTo>
                      <a:pt x="21027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4" name="Freeform: Shape 56"/>
              <p:cNvSpPr/>
              <p:nvPr/>
            </p:nvSpPr>
            <p:spPr>
              <a:xfrm>
                <a:off x="2514761" y="0"/>
                <a:ext cx="518562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38" y="21600"/>
                      <a:pt x="20351" y="21600"/>
                    </a:cubicBezTo>
                    <a:lnTo>
                      <a:pt x="1247" y="21600"/>
                    </a:lnTo>
                    <a:cubicBezTo>
                      <a:pt x="565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5" y="0"/>
                      <a:pt x="1247" y="0"/>
                    </a:cubicBezTo>
                    <a:lnTo>
                      <a:pt x="20351" y="0"/>
                    </a:lnTo>
                    <a:cubicBezTo>
                      <a:pt x="21038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5" name="Freeform: Shape 57"/>
              <p:cNvSpPr/>
              <p:nvPr/>
            </p:nvSpPr>
            <p:spPr>
              <a:xfrm>
                <a:off x="3158786" y="0"/>
                <a:ext cx="518261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50" y="21600"/>
                      <a:pt x="20358" y="21600"/>
                    </a:cubicBezTo>
                    <a:lnTo>
                      <a:pt x="1246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46" y="0"/>
                    </a:cubicBezTo>
                    <a:lnTo>
                      <a:pt x="20358" y="0"/>
                    </a:lnTo>
                    <a:cubicBezTo>
                      <a:pt x="21050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6" name="Freeform: Shape 58"/>
              <p:cNvSpPr/>
              <p:nvPr/>
            </p:nvSpPr>
            <p:spPr>
              <a:xfrm>
                <a:off x="3787476" y="0"/>
                <a:ext cx="518321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38" y="21600"/>
                      <a:pt x="20350" y="21600"/>
                    </a:cubicBezTo>
                    <a:lnTo>
                      <a:pt x="1252" y="21600"/>
                    </a:lnTo>
                    <a:cubicBezTo>
                      <a:pt x="559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59" y="0"/>
                      <a:pt x="1252" y="0"/>
                    </a:cubicBezTo>
                    <a:lnTo>
                      <a:pt x="20350" y="0"/>
                    </a:lnTo>
                    <a:cubicBezTo>
                      <a:pt x="21038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7" name="Freeform: Shape 59"/>
              <p:cNvSpPr/>
              <p:nvPr/>
            </p:nvSpPr>
            <p:spPr>
              <a:xfrm>
                <a:off x="4416166" y="0"/>
                <a:ext cx="518248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53" y="21600"/>
                      <a:pt x="20360" y="21600"/>
                    </a:cubicBezTo>
                    <a:lnTo>
                      <a:pt x="1253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53" y="0"/>
                    </a:cubicBezTo>
                    <a:lnTo>
                      <a:pt x="20360" y="0"/>
                    </a:lnTo>
                    <a:cubicBezTo>
                      <a:pt x="21053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8" name="Freeform: Shape 60"/>
              <p:cNvSpPr/>
              <p:nvPr/>
            </p:nvSpPr>
            <p:spPr>
              <a:xfrm>
                <a:off x="5044857" y="0"/>
                <a:ext cx="518524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0" y="21600"/>
                      <a:pt x="20345" y="21600"/>
                    </a:cubicBezTo>
                    <a:lnTo>
                      <a:pt x="1247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47" y="0"/>
                    </a:cubicBezTo>
                    <a:lnTo>
                      <a:pt x="20345" y="0"/>
                    </a:lnTo>
                    <a:cubicBezTo>
                      <a:pt x="21040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99" name="Freeform: Shape 61"/>
              <p:cNvSpPr/>
              <p:nvPr/>
            </p:nvSpPr>
            <p:spPr>
              <a:xfrm>
                <a:off x="5673547" y="0"/>
                <a:ext cx="518285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8" y="21600"/>
                      <a:pt x="20360" y="21600"/>
                    </a:cubicBezTo>
                    <a:lnTo>
                      <a:pt x="1253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53" y="0"/>
                    </a:cubicBezTo>
                    <a:lnTo>
                      <a:pt x="20360" y="0"/>
                    </a:lnTo>
                    <a:cubicBezTo>
                      <a:pt x="21048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0" name="Freeform: Shape 62"/>
              <p:cNvSpPr/>
              <p:nvPr/>
            </p:nvSpPr>
            <p:spPr>
              <a:xfrm>
                <a:off x="6302238" y="0"/>
                <a:ext cx="518404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38" y="21600"/>
                      <a:pt x="20358" y="21600"/>
                    </a:cubicBezTo>
                    <a:lnTo>
                      <a:pt x="1242" y="21600"/>
                    </a:lnTo>
                    <a:cubicBezTo>
                      <a:pt x="560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0" y="0"/>
                      <a:pt x="1242" y="0"/>
                    </a:cubicBezTo>
                    <a:lnTo>
                      <a:pt x="20358" y="0"/>
                    </a:lnTo>
                    <a:cubicBezTo>
                      <a:pt x="21038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1" name="Freeform: Shape 63"/>
              <p:cNvSpPr/>
              <p:nvPr/>
            </p:nvSpPr>
            <p:spPr>
              <a:xfrm>
                <a:off x="6946262" y="0"/>
                <a:ext cx="518584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3" y="21600"/>
                      <a:pt x="20353" y="21600"/>
                    </a:cubicBezTo>
                    <a:lnTo>
                      <a:pt x="1252" y="21600"/>
                    </a:lnTo>
                    <a:cubicBezTo>
                      <a:pt x="559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59" y="0"/>
                      <a:pt x="1252" y="0"/>
                    </a:cubicBezTo>
                    <a:lnTo>
                      <a:pt x="20353" y="0"/>
                    </a:lnTo>
                    <a:cubicBezTo>
                      <a:pt x="21043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2" name="Freeform: Shape 64"/>
              <p:cNvSpPr/>
              <p:nvPr/>
            </p:nvSpPr>
            <p:spPr>
              <a:xfrm>
                <a:off x="7574953" y="0"/>
                <a:ext cx="518328" cy="51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349"/>
                    </a:moveTo>
                    <a:cubicBezTo>
                      <a:pt x="21600" y="21039"/>
                      <a:pt x="21048" y="21600"/>
                      <a:pt x="20363" y="21600"/>
                    </a:cubicBezTo>
                    <a:lnTo>
                      <a:pt x="1240" y="21600"/>
                    </a:lnTo>
                    <a:cubicBezTo>
                      <a:pt x="562" y="21600"/>
                      <a:pt x="0" y="21039"/>
                      <a:pt x="0" y="20349"/>
                    </a:cubicBezTo>
                    <a:lnTo>
                      <a:pt x="0" y="1251"/>
                    </a:lnTo>
                    <a:cubicBezTo>
                      <a:pt x="0" y="560"/>
                      <a:pt x="562" y="0"/>
                      <a:pt x="1240" y="0"/>
                    </a:cubicBezTo>
                    <a:lnTo>
                      <a:pt x="20363" y="0"/>
                    </a:lnTo>
                    <a:cubicBezTo>
                      <a:pt x="21048" y="0"/>
                      <a:pt x="21600" y="560"/>
                      <a:pt x="21600" y="1251"/>
                    </a:cubicBezTo>
                    <a:cubicBezTo>
                      <a:pt x="21600" y="1251"/>
                      <a:pt x="21600" y="20349"/>
                      <a:pt x="21600" y="203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3" name="Freeform: Shape 65"/>
              <p:cNvSpPr/>
              <p:nvPr/>
            </p:nvSpPr>
            <p:spPr>
              <a:xfrm>
                <a:off x="7896965" y="2836773"/>
                <a:ext cx="518388" cy="2821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9305"/>
                    </a:lnTo>
                    <a:cubicBezTo>
                      <a:pt x="0" y="19900"/>
                      <a:pt x="122" y="20496"/>
                      <a:pt x="363" y="20928"/>
                    </a:cubicBezTo>
                    <a:cubicBezTo>
                      <a:pt x="606" y="21376"/>
                      <a:pt x="930" y="21600"/>
                      <a:pt x="1247" y="21600"/>
                    </a:cubicBezTo>
                    <a:lnTo>
                      <a:pt x="20355" y="21600"/>
                    </a:lnTo>
                    <a:cubicBezTo>
                      <a:pt x="20672" y="21600"/>
                      <a:pt x="20984" y="21376"/>
                      <a:pt x="21237" y="20928"/>
                    </a:cubicBezTo>
                    <a:cubicBezTo>
                      <a:pt x="21480" y="20496"/>
                      <a:pt x="21600" y="19900"/>
                      <a:pt x="21600" y="19305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4" name="Freeform: Shape 66"/>
              <p:cNvSpPr/>
              <p:nvPr/>
            </p:nvSpPr>
            <p:spPr>
              <a:xfrm>
                <a:off x="7896965" y="2530095"/>
                <a:ext cx="518388" cy="2822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600" y="2291"/>
                    </a:lnTo>
                    <a:cubicBezTo>
                      <a:pt x="21600" y="1719"/>
                      <a:pt x="21480" y="1124"/>
                      <a:pt x="21237" y="683"/>
                    </a:cubicBezTo>
                    <a:cubicBezTo>
                      <a:pt x="20984" y="233"/>
                      <a:pt x="20672" y="0"/>
                      <a:pt x="20355" y="0"/>
                    </a:cubicBezTo>
                    <a:lnTo>
                      <a:pt x="1247" y="0"/>
                    </a:lnTo>
                    <a:cubicBezTo>
                      <a:pt x="930" y="0"/>
                      <a:pt x="606" y="233"/>
                      <a:pt x="363" y="683"/>
                    </a:cubicBezTo>
                    <a:cubicBezTo>
                      <a:pt x="122" y="1124"/>
                      <a:pt x="0" y="1719"/>
                      <a:pt x="0" y="2291"/>
                    </a:cubicBez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  <p:sp>
            <p:nvSpPr>
              <p:cNvPr id="105" name="Freeform: Shape 67"/>
              <p:cNvSpPr/>
              <p:nvPr/>
            </p:nvSpPr>
            <p:spPr>
              <a:xfrm>
                <a:off x="8525655" y="628690"/>
                <a:ext cx="518404" cy="1149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35" y="0"/>
                    </a:moveTo>
                    <a:cubicBezTo>
                      <a:pt x="920" y="0"/>
                      <a:pt x="603" y="51"/>
                      <a:pt x="358" y="165"/>
                    </a:cubicBezTo>
                    <a:cubicBezTo>
                      <a:pt x="112" y="274"/>
                      <a:pt x="0" y="415"/>
                      <a:pt x="0" y="560"/>
                    </a:cubicBezTo>
                    <a:lnTo>
                      <a:pt x="0" y="9175"/>
                    </a:lnTo>
                    <a:cubicBezTo>
                      <a:pt x="0" y="9320"/>
                      <a:pt x="112" y="9466"/>
                      <a:pt x="358" y="9576"/>
                    </a:cubicBezTo>
                    <a:cubicBezTo>
                      <a:pt x="603" y="9684"/>
                      <a:pt x="920" y="9742"/>
                      <a:pt x="1235" y="9742"/>
                    </a:cubicBezTo>
                    <a:lnTo>
                      <a:pt x="6222" y="9742"/>
                    </a:lnTo>
                    <a:lnTo>
                      <a:pt x="6222" y="21039"/>
                    </a:lnTo>
                    <a:cubicBezTo>
                      <a:pt x="6222" y="21185"/>
                      <a:pt x="6350" y="21330"/>
                      <a:pt x="6590" y="21437"/>
                    </a:cubicBezTo>
                    <a:cubicBezTo>
                      <a:pt x="6835" y="21547"/>
                      <a:pt x="7152" y="21600"/>
                      <a:pt x="7472" y="21600"/>
                    </a:cubicBezTo>
                    <a:lnTo>
                      <a:pt x="20345" y="21600"/>
                    </a:lnTo>
                    <a:cubicBezTo>
                      <a:pt x="20667" y="21600"/>
                      <a:pt x="20984" y="21547"/>
                      <a:pt x="21232" y="21437"/>
                    </a:cubicBezTo>
                    <a:cubicBezTo>
                      <a:pt x="21477" y="21330"/>
                      <a:pt x="21600" y="21185"/>
                      <a:pt x="21600" y="21039"/>
                    </a:cubicBezTo>
                    <a:lnTo>
                      <a:pt x="21600" y="560"/>
                    </a:lnTo>
                    <a:cubicBezTo>
                      <a:pt x="21600" y="415"/>
                      <a:pt x="21477" y="274"/>
                      <a:pt x="21232" y="165"/>
                    </a:cubicBezTo>
                    <a:cubicBezTo>
                      <a:pt x="20984" y="51"/>
                      <a:pt x="20667" y="0"/>
                      <a:pt x="20345" y="0"/>
                    </a:cubicBezTo>
                    <a:cubicBezTo>
                      <a:pt x="20345" y="0"/>
                      <a:pt x="1235" y="0"/>
                      <a:pt x="12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  <a:round/>
              </a:ln>
              <a:effectLst/>
            </p:spPr>
            <p:txBody>
              <a:bodyPr anchor="ctr"/>
              <a:p>
                <a:pPr algn="ctr"/>
              </a:p>
            </p:txBody>
          </p:sp>
        </p:grpSp>
        <p:sp>
          <p:nvSpPr>
            <p:cNvPr id="118" name="任意多边形: 形状 117"/>
            <p:cNvSpPr/>
            <p:nvPr/>
          </p:nvSpPr>
          <p:spPr>
            <a:xfrm>
              <a:off x="3875284" y="3030639"/>
              <a:ext cx="1875113" cy="1756144"/>
            </a:xfrm>
            <a:custGeom>
              <a:avLst/>
              <a:gdLst>
                <a:gd name="connsiteX0" fmla="*/ 597137 w 1875113"/>
                <a:gd name="connsiteY0" fmla="*/ 188 h 1756144"/>
                <a:gd name="connsiteX1" fmla="*/ 684049 w 1875113"/>
                <a:gd name="connsiteY1" fmla="*/ 52733 h 1756144"/>
                <a:gd name="connsiteX2" fmla="*/ 922500 w 1875113"/>
                <a:gd name="connsiteY2" fmla="*/ 452981 h 1756144"/>
                <a:gd name="connsiteX3" fmla="*/ 962599 w 1875113"/>
                <a:gd name="connsiteY3" fmla="*/ 435499 h 1756144"/>
                <a:gd name="connsiteX4" fmla="*/ 827889 w 1875113"/>
                <a:gd name="connsiteY4" fmla="*/ 209356 h 1756144"/>
                <a:gd name="connsiteX5" fmla="*/ 865393 w 1875113"/>
                <a:gd name="connsiteY5" fmla="*/ 61120 h 1756144"/>
                <a:gd name="connsiteX6" fmla="*/ 1013619 w 1875113"/>
                <a:gd name="connsiteY6" fmla="*/ 98608 h 1756144"/>
                <a:gd name="connsiteX7" fmla="*/ 1274536 w 1875113"/>
                <a:gd name="connsiteY7" fmla="*/ 536749 h 1756144"/>
                <a:gd name="connsiteX8" fmla="*/ 1276326 w 1875113"/>
                <a:gd name="connsiteY8" fmla="*/ 540689 h 1756144"/>
                <a:gd name="connsiteX9" fmla="*/ 1289842 w 1875113"/>
                <a:gd name="connsiteY9" fmla="*/ 558777 h 1756144"/>
                <a:gd name="connsiteX10" fmla="*/ 1523369 w 1875113"/>
                <a:gd name="connsiteY10" fmla="*/ 950840 h 1756144"/>
                <a:gd name="connsiteX11" fmla="*/ 1542256 w 1875113"/>
                <a:gd name="connsiteY11" fmla="*/ 1197193 h 1756144"/>
                <a:gd name="connsiteX12" fmla="*/ 1875113 w 1875113"/>
                <a:gd name="connsiteY12" fmla="*/ 1756144 h 1756144"/>
                <a:gd name="connsiteX13" fmla="*/ 1071428 w 1875113"/>
                <a:gd name="connsiteY13" fmla="*/ 1756144 h 1756144"/>
                <a:gd name="connsiteX14" fmla="*/ 975489 w 1875113"/>
                <a:gd name="connsiteY14" fmla="*/ 1595015 h 1756144"/>
                <a:gd name="connsiteX15" fmla="*/ 830485 w 1875113"/>
                <a:gd name="connsiteY15" fmla="*/ 1601584 h 1756144"/>
                <a:gd name="connsiteX16" fmla="*/ 833439 w 1875113"/>
                <a:gd name="connsiteY16" fmla="*/ 1606535 h 1756144"/>
                <a:gd name="connsiteX17" fmla="*/ 342664 w 1875113"/>
                <a:gd name="connsiteY17" fmla="*/ 1482348 h 1756144"/>
                <a:gd name="connsiteX18" fmla="*/ 206969 w 1875113"/>
                <a:gd name="connsiteY18" fmla="*/ 1254284 h 1756144"/>
                <a:gd name="connsiteX19" fmla="*/ 210102 w 1875113"/>
                <a:gd name="connsiteY19" fmla="*/ 1253274 h 1756144"/>
                <a:gd name="connsiteX20" fmla="*/ 107347 w 1875113"/>
                <a:gd name="connsiteY20" fmla="*/ 1080685 h 1756144"/>
                <a:gd name="connsiteX21" fmla="*/ 112896 w 1875113"/>
                <a:gd name="connsiteY21" fmla="*/ 1076846 h 1756144"/>
                <a:gd name="connsiteX22" fmla="*/ 158545 w 1875113"/>
                <a:gd name="connsiteY22" fmla="*/ 1049664 h 1756144"/>
                <a:gd name="connsiteX23" fmla="*/ 377394 w 1875113"/>
                <a:gd name="connsiteY23" fmla="*/ 1105240 h 1756144"/>
                <a:gd name="connsiteX24" fmla="*/ 488921 w 1875113"/>
                <a:gd name="connsiteY24" fmla="*/ 1292783 h 1756144"/>
                <a:gd name="connsiteX25" fmla="*/ 551666 w 1875113"/>
                <a:gd name="connsiteY25" fmla="*/ 1308648 h 1756144"/>
                <a:gd name="connsiteX26" fmla="*/ 415345 w 1875113"/>
                <a:gd name="connsiteY26" fmla="*/ 1079675 h 1756144"/>
                <a:gd name="connsiteX27" fmla="*/ 400666 w 1875113"/>
                <a:gd name="connsiteY27" fmla="*/ 1048350 h 1756144"/>
                <a:gd name="connsiteX28" fmla="*/ 15243 w 1875113"/>
                <a:gd name="connsiteY28" fmla="*/ 401042 h 1756144"/>
                <a:gd name="connsiteX29" fmla="*/ 52747 w 1875113"/>
                <a:gd name="connsiteY29" fmla="*/ 252806 h 1756144"/>
                <a:gd name="connsiteX30" fmla="*/ 114060 w 1875113"/>
                <a:gd name="connsiteY30" fmla="*/ 237750 h 1756144"/>
                <a:gd name="connsiteX31" fmla="*/ 200972 w 1875113"/>
                <a:gd name="connsiteY31" fmla="*/ 290295 h 1756144"/>
                <a:gd name="connsiteX32" fmla="*/ 464127 w 1875113"/>
                <a:gd name="connsiteY32" fmla="*/ 731972 h 1756144"/>
                <a:gd name="connsiteX33" fmla="*/ 502795 w 1875113"/>
                <a:gd name="connsiteY33" fmla="*/ 701455 h 1756144"/>
                <a:gd name="connsiteX34" fmla="*/ 191485 w 1875113"/>
                <a:gd name="connsiteY34" fmla="*/ 178739 h 1756144"/>
                <a:gd name="connsiteX35" fmla="*/ 229168 w 1875113"/>
                <a:gd name="connsiteY35" fmla="*/ 30502 h 1756144"/>
                <a:gd name="connsiteX36" fmla="*/ 377394 w 1875113"/>
                <a:gd name="connsiteY36" fmla="*/ 67991 h 1756144"/>
                <a:gd name="connsiteX37" fmla="*/ 688167 w 1875113"/>
                <a:gd name="connsiteY37" fmla="*/ 590102 h 1756144"/>
                <a:gd name="connsiteX38" fmla="*/ 735606 w 1875113"/>
                <a:gd name="connsiteY38" fmla="*/ 561909 h 1756144"/>
                <a:gd name="connsiteX39" fmla="*/ 498319 w 1875113"/>
                <a:gd name="connsiteY39" fmla="*/ 163278 h 1756144"/>
                <a:gd name="connsiteX40" fmla="*/ 535823 w 1875113"/>
                <a:gd name="connsiteY40" fmla="*/ 15042 h 1756144"/>
                <a:gd name="connsiteX41" fmla="*/ 597137 w 1875113"/>
                <a:gd name="connsiteY41" fmla="*/ 188 h 175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875113" h="1756144">
                  <a:moveTo>
                    <a:pt x="597137" y="188"/>
                  </a:moveTo>
                  <a:cubicBezTo>
                    <a:pt x="631776" y="2209"/>
                    <a:pt x="664894" y="20701"/>
                    <a:pt x="684049" y="52733"/>
                  </a:cubicBezTo>
                  <a:lnTo>
                    <a:pt x="922500" y="452981"/>
                  </a:lnTo>
                  <a:cubicBezTo>
                    <a:pt x="935747" y="446311"/>
                    <a:pt x="948905" y="439945"/>
                    <a:pt x="962599" y="435499"/>
                  </a:cubicBezTo>
                  <a:lnTo>
                    <a:pt x="827889" y="209356"/>
                  </a:lnTo>
                  <a:cubicBezTo>
                    <a:pt x="797277" y="158024"/>
                    <a:pt x="814105" y="91636"/>
                    <a:pt x="865393" y="61120"/>
                  </a:cubicBezTo>
                  <a:cubicBezTo>
                    <a:pt x="916682" y="30603"/>
                    <a:pt x="983097" y="47276"/>
                    <a:pt x="1013619" y="98608"/>
                  </a:cubicBezTo>
                  <a:lnTo>
                    <a:pt x="1274536" y="536749"/>
                  </a:lnTo>
                  <a:cubicBezTo>
                    <a:pt x="1275342" y="538062"/>
                    <a:pt x="1275610" y="539376"/>
                    <a:pt x="1276326" y="540689"/>
                  </a:cubicBezTo>
                  <a:cubicBezTo>
                    <a:pt x="1280712" y="546853"/>
                    <a:pt x="1285904" y="552209"/>
                    <a:pt x="1289842" y="558777"/>
                  </a:cubicBezTo>
                  <a:lnTo>
                    <a:pt x="1523369" y="950840"/>
                  </a:lnTo>
                  <a:cubicBezTo>
                    <a:pt x="1569735" y="1028545"/>
                    <a:pt x="1572957" y="1119083"/>
                    <a:pt x="1542256" y="1197193"/>
                  </a:cubicBezTo>
                  <a:lnTo>
                    <a:pt x="1875113" y="1756144"/>
                  </a:lnTo>
                  <a:lnTo>
                    <a:pt x="1071428" y="1756144"/>
                  </a:lnTo>
                  <a:lnTo>
                    <a:pt x="975489" y="1595015"/>
                  </a:lnTo>
                  <a:cubicBezTo>
                    <a:pt x="927691" y="1610375"/>
                    <a:pt x="877835" y="1611890"/>
                    <a:pt x="830485" y="1601584"/>
                  </a:cubicBezTo>
                  <a:cubicBezTo>
                    <a:pt x="830574" y="1601786"/>
                    <a:pt x="833439" y="1606535"/>
                    <a:pt x="833439" y="1606535"/>
                  </a:cubicBezTo>
                  <a:lnTo>
                    <a:pt x="342664" y="1482348"/>
                  </a:lnTo>
                  <a:lnTo>
                    <a:pt x="206969" y="1254284"/>
                  </a:lnTo>
                  <a:cubicBezTo>
                    <a:pt x="207954" y="1253880"/>
                    <a:pt x="209118" y="1253678"/>
                    <a:pt x="210102" y="1253274"/>
                  </a:cubicBezTo>
                  <a:lnTo>
                    <a:pt x="107347" y="1080685"/>
                  </a:lnTo>
                  <a:cubicBezTo>
                    <a:pt x="109226" y="1079473"/>
                    <a:pt x="110927" y="1078058"/>
                    <a:pt x="112896" y="1076846"/>
                  </a:cubicBezTo>
                  <a:lnTo>
                    <a:pt x="158545" y="1049664"/>
                  </a:lnTo>
                  <a:cubicBezTo>
                    <a:pt x="234359" y="1004597"/>
                    <a:pt x="332281" y="1029556"/>
                    <a:pt x="377394" y="1105240"/>
                  </a:cubicBezTo>
                  <a:lnTo>
                    <a:pt x="488921" y="1292783"/>
                  </a:lnTo>
                  <a:lnTo>
                    <a:pt x="551666" y="1308648"/>
                  </a:lnTo>
                  <a:cubicBezTo>
                    <a:pt x="485430" y="1197395"/>
                    <a:pt x="415345" y="1079675"/>
                    <a:pt x="415345" y="1079675"/>
                  </a:cubicBezTo>
                  <a:cubicBezTo>
                    <a:pt x="409259" y="1069570"/>
                    <a:pt x="405231" y="1058859"/>
                    <a:pt x="400666" y="1048350"/>
                  </a:cubicBezTo>
                  <a:lnTo>
                    <a:pt x="15243" y="401042"/>
                  </a:lnTo>
                  <a:cubicBezTo>
                    <a:pt x="-15280" y="349710"/>
                    <a:pt x="1458" y="283322"/>
                    <a:pt x="52747" y="252806"/>
                  </a:cubicBezTo>
                  <a:cubicBezTo>
                    <a:pt x="71991" y="241287"/>
                    <a:pt x="93294" y="236538"/>
                    <a:pt x="114060" y="237750"/>
                  </a:cubicBezTo>
                  <a:cubicBezTo>
                    <a:pt x="148789" y="239670"/>
                    <a:pt x="181907" y="258263"/>
                    <a:pt x="200972" y="290295"/>
                  </a:cubicBezTo>
                  <a:lnTo>
                    <a:pt x="464127" y="731972"/>
                  </a:lnTo>
                  <a:cubicBezTo>
                    <a:pt x="475942" y="720857"/>
                    <a:pt x="488921" y="710752"/>
                    <a:pt x="502795" y="701455"/>
                  </a:cubicBezTo>
                  <a:lnTo>
                    <a:pt x="191485" y="178739"/>
                  </a:lnTo>
                  <a:cubicBezTo>
                    <a:pt x="160873" y="127407"/>
                    <a:pt x="177790" y="61120"/>
                    <a:pt x="229168" y="30502"/>
                  </a:cubicBezTo>
                  <a:cubicBezTo>
                    <a:pt x="280456" y="-14"/>
                    <a:pt x="346871" y="16760"/>
                    <a:pt x="377394" y="67991"/>
                  </a:cubicBezTo>
                  <a:lnTo>
                    <a:pt x="688167" y="590102"/>
                  </a:lnTo>
                  <a:lnTo>
                    <a:pt x="735606" y="561909"/>
                  </a:lnTo>
                  <a:lnTo>
                    <a:pt x="498319" y="163278"/>
                  </a:lnTo>
                  <a:cubicBezTo>
                    <a:pt x="467797" y="111946"/>
                    <a:pt x="484446" y="45558"/>
                    <a:pt x="535823" y="15042"/>
                  </a:cubicBezTo>
                  <a:cubicBezTo>
                    <a:pt x="555068" y="3624"/>
                    <a:pt x="576281" y="-1025"/>
                    <a:pt x="597137" y="18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anchor="ctr">
              <a:noAutofit/>
            </a:bodyPr>
            <a:p>
              <a:pPr algn="ctr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1389772" y="3007621"/>
              <a:ext cx="1882378" cy="1779162"/>
            </a:xfrm>
            <a:custGeom>
              <a:avLst/>
              <a:gdLst>
                <a:gd name="connsiteX0" fmla="*/ 1292688 w 1882378"/>
                <a:gd name="connsiteY0" fmla="*/ 188 h 1779162"/>
                <a:gd name="connsiteX1" fmla="*/ 1354246 w 1882378"/>
                <a:gd name="connsiteY1" fmla="*/ 15042 h 1779162"/>
                <a:gd name="connsiteX2" fmla="*/ 1391716 w 1882378"/>
                <a:gd name="connsiteY2" fmla="*/ 163480 h 1779162"/>
                <a:gd name="connsiteX3" fmla="*/ 1153425 w 1882378"/>
                <a:gd name="connsiteY3" fmla="*/ 563526 h 1779162"/>
                <a:gd name="connsiteX4" fmla="*/ 1191698 w 1882378"/>
                <a:gd name="connsiteY4" fmla="*/ 586363 h 1779162"/>
                <a:gd name="connsiteX5" fmla="*/ 1505017 w 1882378"/>
                <a:gd name="connsiteY5" fmla="*/ 60311 h 1779162"/>
                <a:gd name="connsiteX6" fmla="*/ 1591733 w 1882378"/>
                <a:gd name="connsiteY6" fmla="*/ 7666 h 1779162"/>
                <a:gd name="connsiteX7" fmla="*/ 1653023 w 1882378"/>
                <a:gd name="connsiteY7" fmla="*/ 22823 h 1779162"/>
                <a:gd name="connsiteX8" fmla="*/ 1690761 w 1882378"/>
                <a:gd name="connsiteY8" fmla="*/ 171059 h 1779162"/>
                <a:gd name="connsiteX9" fmla="*/ 1377263 w 1882378"/>
                <a:gd name="connsiteY9" fmla="*/ 697514 h 1779162"/>
                <a:gd name="connsiteX10" fmla="*/ 1419907 w 1882378"/>
                <a:gd name="connsiteY10" fmla="*/ 729445 h 1779162"/>
                <a:gd name="connsiteX11" fmla="*/ 1681215 w 1882378"/>
                <a:gd name="connsiteY11" fmla="*/ 290497 h 1779162"/>
                <a:gd name="connsiteX12" fmla="*/ 1768198 w 1882378"/>
                <a:gd name="connsiteY12" fmla="*/ 237649 h 1779162"/>
                <a:gd name="connsiteX13" fmla="*/ 1829488 w 1882378"/>
                <a:gd name="connsiteY13" fmla="*/ 252806 h 1779162"/>
                <a:gd name="connsiteX14" fmla="*/ 1867137 w 1882378"/>
                <a:gd name="connsiteY14" fmla="*/ 401042 h 1779162"/>
                <a:gd name="connsiteX15" fmla="*/ 1496096 w 1882378"/>
                <a:gd name="connsiteY15" fmla="*/ 1024099 h 1779162"/>
                <a:gd name="connsiteX16" fmla="*/ 1471116 w 1882378"/>
                <a:gd name="connsiteY16" fmla="*/ 1079675 h 1779162"/>
                <a:gd name="connsiteX17" fmla="*/ 1334797 w 1882378"/>
                <a:gd name="connsiteY17" fmla="*/ 1308445 h 1779162"/>
                <a:gd name="connsiteX18" fmla="*/ 1396444 w 1882378"/>
                <a:gd name="connsiteY18" fmla="*/ 1292783 h 1779162"/>
                <a:gd name="connsiteX19" fmla="*/ 1508229 w 1882378"/>
                <a:gd name="connsiteY19" fmla="*/ 1105239 h 1779162"/>
                <a:gd name="connsiteX20" fmla="*/ 1726892 w 1882378"/>
                <a:gd name="connsiteY20" fmla="*/ 1049664 h 1779162"/>
                <a:gd name="connsiteX21" fmla="*/ 1772748 w 1882378"/>
                <a:gd name="connsiteY21" fmla="*/ 1077047 h 1779162"/>
                <a:gd name="connsiteX22" fmla="*/ 1778280 w 1882378"/>
                <a:gd name="connsiteY22" fmla="*/ 1080685 h 1779162"/>
                <a:gd name="connsiteX23" fmla="*/ 1675327 w 1882378"/>
                <a:gd name="connsiteY23" fmla="*/ 1253273 h 1779162"/>
                <a:gd name="connsiteX24" fmla="*/ 1678271 w 1882378"/>
                <a:gd name="connsiteY24" fmla="*/ 1254284 h 1779162"/>
                <a:gd name="connsiteX25" fmla="*/ 1542576 w 1882378"/>
                <a:gd name="connsiteY25" fmla="*/ 1482347 h 1779162"/>
                <a:gd name="connsiteX26" fmla="*/ 1051811 w 1882378"/>
                <a:gd name="connsiteY26" fmla="*/ 1606534 h 1779162"/>
                <a:gd name="connsiteX27" fmla="*/ 1054576 w 1882378"/>
                <a:gd name="connsiteY27" fmla="*/ 1601987 h 1779162"/>
                <a:gd name="connsiteX28" fmla="*/ 913083 w 1882378"/>
                <a:gd name="connsiteY28" fmla="*/ 1595621 h 1779162"/>
                <a:gd name="connsiteX29" fmla="*/ 803766 w 1882378"/>
                <a:gd name="connsiteY29" fmla="*/ 1779162 h 1779162"/>
                <a:gd name="connsiteX30" fmla="*/ 0 w 1882378"/>
                <a:gd name="connsiteY30" fmla="*/ 1779162 h 1779162"/>
                <a:gd name="connsiteX31" fmla="*/ 344969 w 1882378"/>
                <a:gd name="connsiteY31" fmla="*/ 1199921 h 1779162"/>
                <a:gd name="connsiteX32" fmla="*/ 362990 w 1882378"/>
                <a:gd name="connsiteY32" fmla="*/ 950839 h 1779162"/>
                <a:gd name="connsiteX33" fmla="*/ 596373 w 1882378"/>
                <a:gd name="connsiteY33" fmla="*/ 558777 h 1779162"/>
                <a:gd name="connsiteX34" fmla="*/ 597622 w 1882378"/>
                <a:gd name="connsiteY34" fmla="*/ 556958 h 1779162"/>
                <a:gd name="connsiteX35" fmla="*/ 606901 w 1882378"/>
                <a:gd name="connsiteY35" fmla="*/ 536748 h 1779162"/>
                <a:gd name="connsiteX36" fmla="*/ 867851 w 1882378"/>
                <a:gd name="connsiteY36" fmla="*/ 98810 h 1779162"/>
                <a:gd name="connsiteX37" fmla="*/ 1016125 w 1882378"/>
                <a:gd name="connsiteY37" fmla="*/ 61120 h 1779162"/>
                <a:gd name="connsiteX38" fmla="*/ 1053595 w 1882378"/>
                <a:gd name="connsiteY38" fmla="*/ 209356 h 1779162"/>
                <a:gd name="connsiteX39" fmla="*/ 919417 w 1882378"/>
                <a:gd name="connsiteY39" fmla="*/ 434590 h 1779162"/>
                <a:gd name="connsiteX40" fmla="*/ 966879 w 1882378"/>
                <a:gd name="connsiteY40" fmla="*/ 454193 h 1779162"/>
                <a:gd name="connsiteX41" fmla="*/ 1205972 w 1882378"/>
                <a:gd name="connsiteY41" fmla="*/ 52733 h 1779162"/>
                <a:gd name="connsiteX42" fmla="*/ 1292688 w 1882378"/>
                <a:gd name="connsiteY42" fmla="*/ 188 h 177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882378" h="1779162">
                  <a:moveTo>
                    <a:pt x="1292688" y="188"/>
                  </a:moveTo>
                  <a:cubicBezTo>
                    <a:pt x="1313475" y="-1025"/>
                    <a:pt x="1334976" y="3624"/>
                    <a:pt x="1354246" y="15042"/>
                  </a:cubicBezTo>
                  <a:cubicBezTo>
                    <a:pt x="1405544" y="45558"/>
                    <a:pt x="1422316" y="112148"/>
                    <a:pt x="1391716" y="163480"/>
                  </a:cubicBezTo>
                  <a:lnTo>
                    <a:pt x="1153425" y="563526"/>
                  </a:lnTo>
                  <a:lnTo>
                    <a:pt x="1191698" y="586363"/>
                  </a:lnTo>
                  <a:lnTo>
                    <a:pt x="1505017" y="60311"/>
                  </a:lnTo>
                  <a:cubicBezTo>
                    <a:pt x="1524109" y="28279"/>
                    <a:pt x="1557118" y="9687"/>
                    <a:pt x="1591733" y="7666"/>
                  </a:cubicBezTo>
                  <a:cubicBezTo>
                    <a:pt x="1612520" y="6554"/>
                    <a:pt x="1633842" y="11303"/>
                    <a:pt x="1653023" y="22823"/>
                  </a:cubicBezTo>
                  <a:cubicBezTo>
                    <a:pt x="1704410" y="53339"/>
                    <a:pt x="1721272" y="119626"/>
                    <a:pt x="1690761" y="171059"/>
                  </a:cubicBezTo>
                  <a:lnTo>
                    <a:pt x="1377263" y="697514"/>
                  </a:lnTo>
                  <a:cubicBezTo>
                    <a:pt x="1392608" y="707013"/>
                    <a:pt x="1406971" y="717623"/>
                    <a:pt x="1419907" y="729445"/>
                  </a:cubicBezTo>
                  <a:lnTo>
                    <a:pt x="1681215" y="290497"/>
                  </a:lnTo>
                  <a:cubicBezTo>
                    <a:pt x="1700307" y="258465"/>
                    <a:pt x="1733494" y="239670"/>
                    <a:pt x="1768198" y="237649"/>
                  </a:cubicBezTo>
                  <a:cubicBezTo>
                    <a:pt x="1788985" y="236537"/>
                    <a:pt x="1810218" y="241287"/>
                    <a:pt x="1829488" y="252806"/>
                  </a:cubicBezTo>
                  <a:cubicBezTo>
                    <a:pt x="1880786" y="283322"/>
                    <a:pt x="1897737" y="349710"/>
                    <a:pt x="1867137" y="401042"/>
                  </a:cubicBezTo>
                  <a:lnTo>
                    <a:pt x="1496096" y="1024099"/>
                  </a:lnTo>
                  <a:cubicBezTo>
                    <a:pt x="1489762" y="1043095"/>
                    <a:pt x="1481732" y="1061789"/>
                    <a:pt x="1471116" y="1079675"/>
                  </a:cubicBezTo>
                  <a:cubicBezTo>
                    <a:pt x="1471116" y="1079675"/>
                    <a:pt x="1400994" y="1197293"/>
                    <a:pt x="1334797" y="1308445"/>
                  </a:cubicBezTo>
                  <a:lnTo>
                    <a:pt x="1396444" y="1292783"/>
                  </a:lnTo>
                  <a:lnTo>
                    <a:pt x="1508229" y="1105239"/>
                  </a:lnTo>
                  <a:cubicBezTo>
                    <a:pt x="1553371" y="1029555"/>
                    <a:pt x="1651060" y="1004596"/>
                    <a:pt x="1726892" y="1049664"/>
                  </a:cubicBezTo>
                  <a:lnTo>
                    <a:pt x="1772748" y="1077047"/>
                  </a:lnTo>
                  <a:cubicBezTo>
                    <a:pt x="1774622" y="1078260"/>
                    <a:pt x="1776406" y="1079371"/>
                    <a:pt x="1778280" y="1080685"/>
                  </a:cubicBezTo>
                  <a:lnTo>
                    <a:pt x="1675327" y="1253273"/>
                  </a:lnTo>
                  <a:cubicBezTo>
                    <a:pt x="1676219" y="1253678"/>
                    <a:pt x="1677289" y="1253880"/>
                    <a:pt x="1678271" y="1254284"/>
                  </a:cubicBezTo>
                  <a:lnTo>
                    <a:pt x="1542576" y="1482347"/>
                  </a:lnTo>
                  <a:lnTo>
                    <a:pt x="1051811" y="1606534"/>
                  </a:lnTo>
                  <a:cubicBezTo>
                    <a:pt x="1051811" y="1606534"/>
                    <a:pt x="1054487" y="1602088"/>
                    <a:pt x="1054576" y="1601987"/>
                  </a:cubicBezTo>
                  <a:cubicBezTo>
                    <a:pt x="1008363" y="1611586"/>
                    <a:pt x="959653" y="1610172"/>
                    <a:pt x="913083" y="1595621"/>
                  </a:cubicBezTo>
                  <a:lnTo>
                    <a:pt x="803766" y="1779162"/>
                  </a:lnTo>
                  <a:lnTo>
                    <a:pt x="0" y="1779162"/>
                  </a:lnTo>
                  <a:lnTo>
                    <a:pt x="344969" y="1199921"/>
                  </a:lnTo>
                  <a:cubicBezTo>
                    <a:pt x="313030" y="1121205"/>
                    <a:pt x="316242" y="1029454"/>
                    <a:pt x="362990" y="950839"/>
                  </a:cubicBezTo>
                  <a:lnTo>
                    <a:pt x="596373" y="558777"/>
                  </a:lnTo>
                  <a:cubicBezTo>
                    <a:pt x="596730" y="558170"/>
                    <a:pt x="597176" y="557564"/>
                    <a:pt x="597622" y="556958"/>
                  </a:cubicBezTo>
                  <a:cubicBezTo>
                    <a:pt x="599942" y="550087"/>
                    <a:pt x="602975" y="543316"/>
                    <a:pt x="606901" y="536748"/>
                  </a:cubicBezTo>
                  <a:lnTo>
                    <a:pt x="867851" y="98810"/>
                  </a:lnTo>
                  <a:cubicBezTo>
                    <a:pt x="898363" y="47478"/>
                    <a:pt x="964827" y="30502"/>
                    <a:pt x="1016125" y="61120"/>
                  </a:cubicBezTo>
                  <a:cubicBezTo>
                    <a:pt x="1067334" y="91636"/>
                    <a:pt x="1084106" y="158024"/>
                    <a:pt x="1053595" y="209356"/>
                  </a:cubicBezTo>
                  <a:lnTo>
                    <a:pt x="919417" y="434590"/>
                  </a:lnTo>
                  <a:cubicBezTo>
                    <a:pt x="935565" y="439440"/>
                    <a:pt x="951445" y="446109"/>
                    <a:pt x="966879" y="454193"/>
                  </a:cubicBezTo>
                  <a:lnTo>
                    <a:pt x="1205972" y="52733"/>
                  </a:lnTo>
                  <a:cubicBezTo>
                    <a:pt x="1225064" y="20701"/>
                    <a:pt x="1258073" y="2108"/>
                    <a:pt x="1292688" y="18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anchor="ctr">
              <a:noAutofit/>
            </a:bodyPr>
            <a:p>
              <a:pPr algn="ctr"/>
            </a:p>
          </p:txBody>
        </p:sp>
        <p:cxnSp>
          <p:nvCxnSpPr>
            <p:cNvPr id="106" name="Straight Connector 133"/>
            <p:cNvCxnSpPr/>
            <p:nvPr/>
          </p:nvCxnSpPr>
          <p:spPr>
            <a:xfrm>
              <a:off x="880244" y="4773355"/>
              <a:ext cx="5436604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文本框 133"/>
          <p:cNvSpPr txBox="1"/>
          <p:nvPr/>
        </p:nvSpPr>
        <p:spPr>
          <a:xfrm>
            <a:off x="5062926" y="2137393"/>
            <a:ext cx="6086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Limit brand reputation damage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grpSp>
        <p:nvGrpSpPr>
          <p:cNvPr id="135" name="Group 73"/>
          <p:cNvGrpSpPr/>
          <p:nvPr>
            <p:custDataLst>
              <p:tags r:id="rId1"/>
            </p:custDataLst>
          </p:nvPr>
        </p:nvGrpSpPr>
        <p:grpSpPr>
          <a:xfrm>
            <a:off x="4929825" y="3153835"/>
            <a:ext cx="435509" cy="435509"/>
            <a:chOff x="0" y="0"/>
            <a:chExt cx="767929" cy="767929"/>
          </a:xfrm>
        </p:grpSpPr>
        <p:sp>
          <p:nvSpPr>
            <p:cNvPr id="136" name="Freeform: Shape 77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37" name="Freeform: Shape 78"/>
            <p:cNvSpPr/>
            <p:nvPr>
              <p:custDataLst>
                <p:tags r:id="rId3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138" name="Group 67"/>
          <p:cNvGrpSpPr/>
          <p:nvPr>
            <p:custDataLst>
              <p:tags r:id="rId4"/>
            </p:custDataLst>
          </p:nvPr>
        </p:nvGrpSpPr>
        <p:grpSpPr>
          <a:xfrm>
            <a:off x="4929825" y="4294044"/>
            <a:ext cx="435509" cy="435509"/>
            <a:chOff x="0" y="0"/>
            <a:chExt cx="767929" cy="767929"/>
          </a:xfrm>
        </p:grpSpPr>
        <p:sp>
          <p:nvSpPr>
            <p:cNvPr id="139" name="Freeform: Shape 71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40" name="Freeform: Shape 72"/>
            <p:cNvSpPr/>
            <p:nvPr>
              <p:custDataLst>
                <p:tags r:id="rId6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41" name="文本框 140"/>
          <p:cNvSpPr txBox="1"/>
          <p:nvPr/>
        </p:nvSpPr>
        <p:spPr>
          <a:xfrm>
            <a:off x="5535266" y="3153786"/>
            <a:ext cx="4194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Reward whistleblowers</a:t>
            </a:r>
            <a:endParaRPr lang="en-US" altLang="zh-CN" sz="2400"/>
          </a:p>
        </p:txBody>
      </p:sp>
      <p:sp>
        <p:nvSpPr>
          <p:cNvPr id="143" name="文本框 142"/>
          <p:cNvSpPr txBox="1"/>
          <p:nvPr/>
        </p:nvSpPr>
        <p:spPr>
          <a:xfrm>
            <a:off x="5535266" y="4287400"/>
            <a:ext cx="6488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Proactively assuming long-term responsibility</a:t>
            </a:r>
            <a:endParaRPr lang="en-US" altLang="zh-CN" sz="2400"/>
          </a:p>
        </p:txBody>
      </p:sp>
      <p:sp>
        <p:nvSpPr>
          <p:cNvPr id="8" name="矩形 7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3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of Public Relations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41" grpId="0"/>
      <p:bldP spid="1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>
            <p:custDataLst>
              <p:tags r:id="rId1"/>
            </p:custDataLst>
          </p:nvPr>
        </p:nvGrpSpPr>
        <p:grpSpPr>
          <a:xfrm>
            <a:off x="4527823" y="1213800"/>
            <a:ext cx="2647702" cy="4603318"/>
            <a:chOff x="4854164" y="1464367"/>
            <a:chExt cx="2466363" cy="4288041"/>
          </a:xfrm>
        </p:grpSpPr>
        <p:sp>
          <p:nvSpPr>
            <p:cNvPr id="53" name="形状 52"/>
            <p:cNvSpPr/>
            <p:nvPr>
              <p:custDataLst>
                <p:tags r:id="rId2"/>
              </p:custDataLst>
            </p:nvPr>
          </p:nvSpPr>
          <p:spPr>
            <a:xfrm>
              <a:off x="4854164" y="2686633"/>
              <a:ext cx="2024990" cy="2025295"/>
            </a:xfrm>
            <a:prstGeom prst="leftCircularArrow">
              <a:avLst>
                <a:gd name="adj1" fmla="val 8909"/>
                <a:gd name="adj2" fmla="val 1142322"/>
                <a:gd name="adj3" fmla="val 6293598"/>
                <a:gd name="adj4" fmla="val 18900002"/>
                <a:gd name="adj5" fmla="val 125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54" name="空心弧 53"/>
            <p:cNvSpPr/>
            <p:nvPr>
              <p:custDataLst>
                <p:tags r:id="rId3"/>
              </p:custDataLst>
            </p:nvPr>
          </p:nvSpPr>
          <p:spPr>
            <a:xfrm>
              <a:off x="5580749" y="4011932"/>
              <a:ext cx="1739778" cy="1740476"/>
            </a:xfrm>
            <a:prstGeom prst="blockArc">
              <a:avLst>
                <a:gd name="adj1" fmla="val 13624405"/>
                <a:gd name="adj2" fmla="val 17228224"/>
                <a:gd name="adj3" fmla="val 114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grpSp>
          <p:nvGrpSpPr>
            <p:cNvPr id="55" name="组合 54"/>
            <p:cNvGrpSpPr/>
            <p:nvPr/>
          </p:nvGrpSpPr>
          <p:grpSpPr>
            <a:xfrm rot="2736489">
              <a:off x="6175162" y="2185536"/>
              <a:ext cx="626827" cy="549359"/>
              <a:chOff x="4212441" y="1835306"/>
              <a:chExt cx="645570" cy="565784"/>
            </a:xfrm>
            <a:solidFill>
              <a:schemeClr val="accent1"/>
            </a:solidFill>
          </p:grpSpPr>
          <p:sp>
            <p:nvSpPr>
              <p:cNvPr id="56" name="Freeform 143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4386528" y="2100064"/>
                <a:ext cx="297398" cy="119685"/>
              </a:xfrm>
              <a:custGeom>
                <a:avLst/>
                <a:gdLst>
                  <a:gd name="T0" fmla="*/ 30 w 35"/>
                  <a:gd name="T1" fmla="*/ 13 h 14"/>
                  <a:gd name="T2" fmla="*/ 5 w 35"/>
                  <a:gd name="T3" fmla="*/ 13 h 14"/>
                  <a:gd name="T4" fmla="*/ 5 w 35"/>
                  <a:gd name="T5" fmla="*/ 13 h 14"/>
                  <a:gd name="T6" fmla="*/ 1 w 35"/>
                  <a:gd name="T7" fmla="*/ 13 h 14"/>
                  <a:gd name="T8" fmla="*/ 1 w 35"/>
                  <a:gd name="T9" fmla="*/ 13 h 14"/>
                  <a:gd name="T10" fmla="*/ 1 w 35"/>
                  <a:gd name="T11" fmla="*/ 9 h 14"/>
                  <a:gd name="T12" fmla="*/ 1 w 35"/>
                  <a:gd name="T13" fmla="*/ 9 h 14"/>
                  <a:gd name="T14" fmla="*/ 34 w 35"/>
                  <a:gd name="T15" fmla="*/ 9 h 14"/>
                  <a:gd name="T16" fmla="*/ 34 w 35"/>
                  <a:gd name="T17" fmla="*/ 9 h 14"/>
                  <a:gd name="T18" fmla="*/ 34 w 35"/>
                  <a:gd name="T19" fmla="*/ 13 h 14"/>
                  <a:gd name="T20" fmla="*/ 34 w 35"/>
                  <a:gd name="T21" fmla="*/ 13 h 14"/>
                  <a:gd name="T22" fmla="*/ 30 w 35"/>
                  <a:gd name="T23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" h="14">
                    <a:moveTo>
                      <a:pt x="30" y="13"/>
                    </a:moveTo>
                    <a:cubicBezTo>
                      <a:pt x="23" y="6"/>
                      <a:pt x="12" y="6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4"/>
                      <a:pt x="2" y="14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0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0" y="0"/>
                      <a:pt x="25" y="0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5" y="10"/>
                      <a:pt x="35" y="12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4"/>
                      <a:pt x="31" y="14"/>
                      <a:pt x="3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7" name="Freeform 144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451810" y="2227003"/>
                <a:ext cx="174086" cy="174087"/>
              </a:xfrm>
              <a:custGeom>
                <a:avLst/>
                <a:gdLst>
                  <a:gd name="T0" fmla="*/ 3 w 20"/>
                  <a:gd name="T1" fmla="*/ 17 h 20"/>
                  <a:gd name="T2" fmla="*/ 3 w 20"/>
                  <a:gd name="T3" fmla="*/ 4 h 20"/>
                  <a:gd name="T4" fmla="*/ 16 w 20"/>
                  <a:gd name="T5" fmla="*/ 4 h 20"/>
                  <a:gd name="T6" fmla="*/ 16 w 20"/>
                  <a:gd name="T7" fmla="*/ 17 h 20"/>
                  <a:gd name="T8" fmla="*/ 3 w 20"/>
                  <a:gd name="T9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3" y="17"/>
                    </a:moveTo>
                    <a:cubicBezTo>
                      <a:pt x="0" y="13"/>
                      <a:pt x="0" y="7"/>
                      <a:pt x="3" y="4"/>
                    </a:cubicBezTo>
                    <a:cubicBezTo>
                      <a:pt x="7" y="0"/>
                      <a:pt x="12" y="0"/>
                      <a:pt x="16" y="4"/>
                    </a:cubicBezTo>
                    <a:cubicBezTo>
                      <a:pt x="20" y="7"/>
                      <a:pt x="20" y="13"/>
                      <a:pt x="16" y="17"/>
                    </a:cubicBezTo>
                    <a:cubicBezTo>
                      <a:pt x="12" y="20"/>
                      <a:pt x="7" y="20"/>
                      <a:pt x="3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5" name="Freeform 145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4299484" y="1962245"/>
                <a:ext cx="471484" cy="170461"/>
              </a:xfrm>
              <a:custGeom>
                <a:avLst/>
                <a:gdLst>
                  <a:gd name="T0" fmla="*/ 50 w 55"/>
                  <a:gd name="T1" fmla="*/ 19 h 20"/>
                  <a:gd name="T2" fmla="*/ 6 w 55"/>
                  <a:gd name="T3" fmla="*/ 19 h 20"/>
                  <a:gd name="T4" fmla="*/ 6 w 55"/>
                  <a:gd name="T5" fmla="*/ 19 h 20"/>
                  <a:gd name="T6" fmla="*/ 1 w 55"/>
                  <a:gd name="T7" fmla="*/ 19 h 20"/>
                  <a:gd name="T8" fmla="*/ 1 w 55"/>
                  <a:gd name="T9" fmla="*/ 19 h 20"/>
                  <a:gd name="T10" fmla="*/ 1 w 55"/>
                  <a:gd name="T11" fmla="*/ 15 h 20"/>
                  <a:gd name="T12" fmla="*/ 1 w 55"/>
                  <a:gd name="T13" fmla="*/ 15 h 20"/>
                  <a:gd name="T14" fmla="*/ 54 w 55"/>
                  <a:gd name="T15" fmla="*/ 15 h 20"/>
                  <a:gd name="T16" fmla="*/ 54 w 55"/>
                  <a:gd name="T17" fmla="*/ 15 h 20"/>
                  <a:gd name="T18" fmla="*/ 54 w 55"/>
                  <a:gd name="T19" fmla="*/ 19 h 20"/>
                  <a:gd name="T20" fmla="*/ 54 w 55"/>
                  <a:gd name="T21" fmla="*/ 19 h 20"/>
                  <a:gd name="T22" fmla="*/ 50 w 55"/>
                  <a:gd name="T23" fmla="*/ 19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20">
                    <a:moveTo>
                      <a:pt x="50" y="19"/>
                    </a:moveTo>
                    <a:cubicBezTo>
                      <a:pt x="37" y="7"/>
                      <a:pt x="18" y="7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4" y="20"/>
                      <a:pt x="2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18"/>
                      <a:pt x="0" y="16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6" y="0"/>
                      <a:pt x="39" y="0"/>
                      <a:pt x="54" y="15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5" y="16"/>
                      <a:pt x="55" y="18"/>
                      <a:pt x="54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3" y="20"/>
                      <a:pt x="51" y="20"/>
                      <a:pt x="5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6" name="Freeform 14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212441" y="1835306"/>
                <a:ext cx="645570" cy="213982"/>
              </a:xfrm>
              <a:custGeom>
                <a:avLst/>
                <a:gdLst>
                  <a:gd name="T0" fmla="*/ 70 w 75"/>
                  <a:gd name="T1" fmla="*/ 24 h 25"/>
                  <a:gd name="T2" fmla="*/ 6 w 75"/>
                  <a:gd name="T3" fmla="*/ 24 h 25"/>
                  <a:gd name="T4" fmla="*/ 6 w 75"/>
                  <a:gd name="T5" fmla="*/ 24 h 25"/>
                  <a:gd name="T6" fmla="*/ 2 w 75"/>
                  <a:gd name="T7" fmla="*/ 24 h 25"/>
                  <a:gd name="T8" fmla="*/ 2 w 75"/>
                  <a:gd name="T9" fmla="*/ 24 h 25"/>
                  <a:gd name="T10" fmla="*/ 2 w 75"/>
                  <a:gd name="T11" fmla="*/ 20 h 25"/>
                  <a:gd name="T12" fmla="*/ 2 w 75"/>
                  <a:gd name="T13" fmla="*/ 20 h 25"/>
                  <a:gd name="T14" fmla="*/ 74 w 75"/>
                  <a:gd name="T15" fmla="*/ 20 h 25"/>
                  <a:gd name="T16" fmla="*/ 74 w 75"/>
                  <a:gd name="T17" fmla="*/ 20 h 25"/>
                  <a:gd name="T18" fmla="*/ 74 w 75"/>
                  <a:gd name="T19" fmla="*/ 24 h 25"/>
                  <a:gd name="T20" fmla="*/ 74 w 75"/>
                  <a:gd name="T21" fmla="*/ 24 h 25"/>
                  <a:gd name="T22" fmla="*/ 70 w 75"/>
                  <a:gd name="T23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5" h="25">
                    <a:moveTo>
                      <a:pt x="70" y="24"/>
                    </a:moveTo>
                    <a:cubicBezTo>
                      <a:pt x="52" y="7"/>
                      <a:pt x="23" y="7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5" y="25"/>
                      <a:pt x="3" y="25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0" y="23"/>
                      <a:pt x="0" y="21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1" y="0"/>
                      <a:pt x="54" y="0"/>
                      <a:pt x="74" y="20"/>
                    </a:cubicBezTo>
                    <a:cubicBezTo>
                      <a:pt x="74" y="20"/>
                      <a:pt x="74" y="20"/>
                      <a:pt x="74" y="20"/>
                    </a:cubicBezTo>
                    <a:cubicBezTo>
                      <a:pt x="75" y="21"/>
                      <a:pt x="75" y="23"/>
                      <a:pt x="74" y="24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5"/>
                      <a:pt x="71" y="25"/>
                      <a:pt x="7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5550129" y="3438493"/>
              <a:ext cx="601000" cy="479329"/>
              <a:chOff x="3009633" y="2833220"/>
              <a:chExt cx="591168" cy="471487"/>
            </a:xfrm>
            <a:solidFill>
              <a:schemeClr val="accent2"/>
            </a:solidFill>
          </p:grpSpPr>
          <p:sp>
            <p:nvSpPr>
              <p:cNvPr id="88" name="Oval 214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234494" y="3210410"/>
                <a:ext cx="94297" cy="9429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9" name="Oval 21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404954" y="3210410"/>
                <a:ext cx="101550" cy="9429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90" name="Freeform 216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009633" y="2833220"/>
                <a:ext cx="591168" cy="340921"/>
              </a:xfrm>
              <a:custGeom>
                <a:avLst/>
                <a:gdLst>
                  <a:gd name="T0" fmla="*/ 66 w 69"/>
                  <a:gd name="T1" fmla="*/ 13 h 40"/>
                  <a:gd name="T2" fmla="*/ 26 w 69"/>
                  <a:gd name="T3" fmla="*/ 13 h 40"/>
                  <a:gd name="T4" fmla="*/ 22 w 69"/>
                  <a:gd name="T5" fmla="*/ 9 h 40"/>
                  <a:gd name="T6" fmla="*/ 22 w 69"/>
                  <a:gd name="T7" fmla="*/ 4 h 40"/>
                  <a:gd name="T8" fmla="*/ 17 w 69"/>
                  <a:gd name="T9" fmla="*/ 0 h 40"/>
                  <a:gd name="T10" fmla="*/ 4 w 69"/>
                  <a:gd name="T11" fmla="*/ 0 h 40"/>
                  <a:gd name="T12" fmla="*/ 0 w 69"/>
                  <a:gd name="T13" fmla="*/ 4 h 40"/>
                  <a:gd name="T14" fmla="*/ 4 w 69"/>
                  <a:gd name="T15" fmla="*/ 8 h 40"/>
                  <a:gd name="T16" fmla="*/ 9 w 69"/>
                  <a:gd name="T17" fmla="*/ 8 h 40"/>
                  <a:gd name="T18" fmla="*/ 14 w 69"/>
                  <a:gd name="T19" fmla="*/ 12 h 40"/>
                  <a:gd name="T20" fmla="*/ 24 w 69"/>
                  <a:gd name="T21" fmla="*/ 37 h 40"/>
                  <a:gd name="T22" fmla="*/ 30 w 69"/>
                  <a:gd name="T23" fmla="*/ 40 h 40"/>
                  <a:gd name="T24" fmla="*/ 54 w 69"/>
                  <a:gd name="T25" fmla="*/ 40 h 40"/>
                  <a:gd name="T26" fmla="*/ 60 w 69"/>
                  <a:gd name="T27" fmla="*/ 37 h 40"/>
                  <a:gd name="T28" fmla="*/ 68 w 69"/>
                  <a:gd name="T29" fmla="*/ 17 h 40"/>
                  <a:gd name="T30" fmla="*/ 66 w 69"/>
                  <a:gd name="T31" fmla="*/ 13 h 40"/>
                  <a:gd name="T32" fmla="*/ 53 w 69"/>
                  <a:gd name="T33" fmla="*/ 35 h 40"/>
                  <a:gd name="T34" fmla="*/ 32 w 69"/>
                  <a:gd name="T35" fmla="*/ 35 h 40"/>
                  <a:gd name="T36" fmla="*/ 26 w 69"/>
                  <a:gd name="T37" fmla="*/ 19 h 40"/>
                  <a:gd name="T38" fmla="*/ 59 w 69"/>
                  <a:gd name="T39" fmla="*/ 19 h 40"/>
                  <a:gd name="T40" fmla="*/ 53 w 69"/>
                  <a:gd name="T41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9" h="40">
                    <a:moveTo>
                      <a:pt x="66" y="13"/>
                    </a:move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2" y="11"/>
                      <a:pt x="22" y="9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2"/>
                      <a:pt x="20" y="0"/>
                      <a:pt x="17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1" y="8"/>
                      <a:pt x="14" y="9"/>
                      <a:pt x="14" y="12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9"/>
                      <a:pt x="27" y="40"/>
                      <a:pt x="30" y="40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7" y="40"/>
                      <a:pt x="59" y="39"/>
                      <a:pt x="60" y="37"/>
                    </a:cubicBezTo>
                    <a:cubicBezTo>
                      <a:pt x="68" y="17"/>
                      <a:pt x="68" y="17"/>
                      <a:pt x="68" y="17"/>
                    </a:cubicBezTo>
                    <a:cubicBezTo>
                      <a:pt x="69" y="15"/>
                      <a:pt x="68" y="13"/>
                      <a:pt x="66" y="13"/>
                    </a:cubicBezTo>
                    <a:close/>
                    <a:moveTo>
                      <a:pt x="53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59" y="19"/>
                      <a:pt x="59" y="19"/>
                      <a:pt x="59" y="19"/>
                    </a:cubicBezTo>
                    <a:lnTo>
                      <a:pt x="53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6186311" y="4581667"/>
              <a:ext cx="460892" cy="601005"/>
              <a:chOff x="6889388" y="2720789"/>
              <a:chExt cx="453350" cy="591172"/>
            </a:xfrm>
            <a:solidFill>
              <a:schemeClr val="accent1"/>
            </a:solidFill>
          </p:grpSpPr>
          <p:sp>
            <p:nvSpPr>
              <p:cNvPr id="92" name="Freeform 197"/>
              <p:cNvSpPr>
                <a:spLocks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7092489" y="2920264"/>
                <a:ext cx="250249" cy="391697"/>
              </a:xfrm>
              <a:custGeom>
                <a:avLst/>
                <a:gdLst>
                  <a:gd name="T0" fmla="*/ 18 w 29"/>
                  <a:gd name="T1" fmla="*/ 0 h 46"/>
                  <a:gd name="T2" fmla="*/ 18 w 29"/>
                  <a:gd name="T3" fmla="*/ 13 h 46"/>
                  <a:gd name="T4" fmla="*/ 29 w 29"/>
                  <a:gd name="T5" fmla="*/ 13 h 46"/>
                  <a:gd name="T6" fmla="*/ 29 w 29"/>
                  <a:gd name="T7" fmla="*/ 0 h 46"/>
                  <a:gd name="T8" fmla="*/ 18 w 29"/>
                  <a:gd name="T9" fmla="*/ 0 h 46"/>
                  <a:gd name="T10" fmla="*/ 0 w 29"/>
                  <a:gd name="T11" fmla="*/ 31 h 46"/>
                  <a:gd name="T12" fmla="*/ 14 w 29"/>
                  <a:gd name="T13" fmla="*/ 46 h 46"/>
                  <a:gd name="T14" fmla="*/ 29 w 29"/>
                  <a:gd name="T15" fmla="*/ 31 h 46"/>
                  <a:gd name="T16" fmla="*/ 29 w 29"/>
                  <a:gd name="T17" fmla="*/ 15 h 46"/>
                  <a:gd name="T18" fmla="*/ 0 w 29"/>
                  <a:gd name="T19" fmla="*/ 15 h 46"/>
                  <a:gd name="T20" fmla="*/ 0 w 29"/>
                  <a:gd name="T21" fmla="*/ 31 h 46"/>
                  <a:gd name="T22" fmla="*/ 15 w 29"/>
                  <a:gd name="T23" fmla="*/ 0 h 46"/>
                  <a:gd name="T24" fmla="*/ 0 w 29"/>
                  <a:gd name="T25" fmla="*/ 0 h 46"/>
                  <a:gd name="T26" fmla="*/ 0 w 29"/>
                  <a:gd name="T27" fmla="*/ 13 h 46"/>
                  <a:gd name="T28" fmla="*/ 15 w 29"/>
                  <a:gd name="T29" fmla="*/ 13 h 46"/>
                  <a:gd name="T30" fmla="*/ 15 w 29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46">
                    <a:moveTo>
                      <a:pt x="18" y="0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8" y="0"/>
                    </a:lnTo>
                    <a:close/>
                    <a:moveTo>
                      <a:pt x="0" y="31"/>
                    </a:moveTo>
                    <a:cubicBezTo>
                      <a:pt x="0" y="39"/>
                      <a:pt x="6" y="46"/>
                      <a:pt x="14" y="46"/>
                    </a:cubicBezTo>
                    <a:cubicBezTo>
                      <a:pt x="22" y="46"/>
                      <a:pt x="29" y="39"/>
                      <a:pt x="29" y="31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31"/>
                    </a:lnTo>
                    <a:close/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13"/>
                      <a:pt x="15" y="13"/>
                      <a:pt x="15" y="13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93" name="Freeform 198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6889388" y="2720789"/>
                <a:ext cx="333666" cy="301026"/>
              </a:xfrm>
              <a:custGeom>
                <a:avLst/>
                <a:gdLst>
                  <a:gd name="T0" fmla="*/ 0 w 39"/>
                  <a:gd name="T1" fmla="*/ 20 h 35"/>
                  <a:gd name="T2" fmla="*/ 19 w 39"/>
                  <a:gd name="T3" fmla="*/ 0 h 35"/>
                  <a:gd name="T4" fmla="*/ 19 w 39"/>
                  <a:gd name="T5" fmla="*/ 0 h 35"/>
                  <a:gd name="T6" fmla="*/ 39 w 39"/>
                  <a:gd name="T7" fmla="*/ 20 h 35"/>
                  <a:gd name="T8" fmla="*/ 39 w 39"/>
                  <a:gd name="T9" fmla="*/ 20 h 35"/>
                  <a:gd name="T10" fmla="*/ 36 w 39"/>
                  <a:gd name="T11" fmla="*/ 20 h 35"/>
                  <a:gd name="T12" fmla="*/ 31 w 39"/>
                  <a:gd name="T13" fmla="*/ 8 h 35"/>
                  <a:gd name="T14" fmla="*/ 31 w 39"/>
                  <a:gd name="T15" fmla="*/ 8 h 35"/>
                  <a:gd name="T16" fmla="*/ 19 w 39"/>
                  <a:gd name="T17" fmla="*/ 3 h 35"/>
                  <a:gd name="T18" fmla="*/ 19 w 39"/>
                  <a:gd name="T19" fmla="*/ 3 h 35"/>
                  <a:gd name="T20" fmla="*/ 7 w 39"/>
                  <a:gd name="T21" fmla="*/ 8 h 35"/>
                  <a:gd name="T22" fmla="*/ 7 w 39"/>
                  <a:gd name="T23" fmla="*/ 8 h 35"/>
                  <a:gd name="T24" fmla="*/ 3 w 39"/>
                  <a:gd name="T25" fmla="*/ 20 h 35"/>
                  <a:gd name="T26" fmla="*/ 3 w 39"/>
                  <a:gd name="T27" fmla="*/ 20 h 35"/>
                  <a:gd name="T28" fmla="*/ 8 w 39"/>
                  <a:gd name="T29" fmla="*/ 32 h 35"/>
                  <a:gd name="T30" fmla="*/ 8 w 39"/>
                  <a:gd name="T31" fmla="*/ 32 h 35"/>
                  <a:gd name="T32" fmla="*/ 6 w 39"/>
                  <a:gd name="T33" fmla="*/ 35 h 35"/>
                  <a:gd name="T34" fmla="*/ 0 w 39"/>
                  <a:gd name="T35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" h="35">
                    <a:moveTo>
                      <a:pt x="0" y="20"/>
                    </a:moveTo>
                    <a:cubicBezTo>
                      <a:pt x="0" y="9"/>
                      <a:pt x="8" y="1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0" y="1"/>
                      <a:pt x="39" y="9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16"/>
                      <a:pt x="34" y="11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5"/>
                      <a:pt x="24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3"/>
                      <a:pt x="10" y="5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4" y="11"/>
                      <a:pt x="3" y="16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3" y="25"/>
                      <a:pt x="5" y="29"/>
                      <a:pt x="8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p>
                <a:endParaRPr lang="zh-CN" altLang="en-US" sz="1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107" name="空心弧 106"/>
            <p:cNvSpPr/>
            <p:nvPr>
              <p:custDataLst>
                <p:tags r:id="rId13"/>
              </p:custDataLst>
            </p:nvPr>
          </p:nvSpPr>
          <p:spPr>
            <a:xfrm>
              <a:off x="5580749" y="4011932"/>
              <a:ext cx="1739778" cy="1740476"/>
            </a:xfrm>
            <a:prstGeom prst="blockArc">
              <a:avLst>
                <a:gd name="adj1" fmla="val 17085111"/>
                <a:gd name="adj2" fmla="val 10799997"/>
                <a:gd name="adj3" fmla="val 1150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108" name="任意多边形 26"/>
            <p:cNvSpPr/>
            <p:nvPr>
              <p:custDataLst>
                <p:tags r:id="rId14"/>
              </p:custDataLst>
            </p:nvPr>
          </p:nvSpPr>
          <p:spPr>
            <a:xfrm rot="17307692">
              <a:off x="5968294" y="2126246"/>
              <a:ext cx="1755366" cy="945760"/>
            </a:xfrm>
            <a:custGeom>
              <a:avLst/>
              <a:gdLst>
                <a:gd name="connsiteX0" fmla="*/ 4833930 w 4843779"/>
                <a:gd name="connsiteY0" fmla="*/ 0 h 2609741"/>
                <a:gd name="connsiteX1" fmla="*/ 4843489 w 4843779"/>
                <a:gd name="connsiteY1" fmla="*/ 152635 h 2609741"/>
                <a:gd name="connsiteX2" fmla="*/ 3517115 w 4843779"/>
                <a:gd name="connsiteY2" fmla="*/ 2348626 h 2609741"/>
                <a:gd name="connsiteX3" fmla="*/ 351244 w 4843779"/>
                <a:gd name="connsiteY3" fmla="*/ 1435790 h 2609741"/>
                <a:gd name="connsiteX4" fmla="*/ 0 w 4843779"/>
                <a:gd name="connsiteY4" fmla="*/ 1526124 h 2609741"/>
                <a:gd name="connsiteX5" fmla="*/ 380009 w 4843779"/>
                <a:gd name="connsiteY5" fmla="*/ 717222 h 2609741"/>
                <a:gd name="connsiteX6" fmla="*/ 1326890 w 4843779"/>
                <a:gd name="connsiteY6" fmla="*/ 1184874 h 2609741"/>
                <a:gd name="connsiteX7" fmla="*/ 981253 w 4843779"/>
                <a:gd name="connsiteY7" fmla="*/ 1273766 h 2609741"/>
                <a:gd name="connsiteX8" fmla="*/ 3348138 w 4843779"/>
                <a:gd name="connsiteY8" fmla="*/ 1741216 h 2609741"/>
                <a:gd name="connsiteX9" fmla="*/ 4226462 w 4843779"/>
                <a:gd name="connsiteY9" fmla="*/ 84448 h 2609741"/>
                <a:gd name="connsiteX10" fmla="*/ 4217585 w 4843779"/>
                <a:gd name="connsiteY10" fmla="*/ 0 h 2609741"/>
                <a:gd name="connsiteX11" fmla="*/ 4833930 w 4843779"/>
                <a:gd name="connsiteY11" fmla="*/ 0 h 260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43779" h="2609741">
                  <a:moveTo>
                    <a:pt x="4833930" y="0"/>
                  </a:moveTo>
                  <a:lnTo>
                    <a:pt x="4843489" y="152635"/>
                  </a:lnTo>
                  <a:cubicBezTo>
                    <a:pt x="4857473" y="1052464"/>
                    <a:pt x="4365817" y="1918999"/>
                    <a:pt x="3517115" y="2348626"/>
                  </a:cubicBezTo>
                  <a:cubicBezTo>
                    <a:pt x="2385597" y="2921419"/>
                    <a:pt x="1003828" y="2523005"/>
                    <a:pt x="351244" y="1435790"/>
                  </a:cubicBezTo>
                  <a:lnTo>
                    <a:pt x="0" y="1526124"/>
                  </a:lnTo>
                  <a:lnTo>
                    <a:pt x="380009" y="717222"/>
                  </a:lnTo>
                  <a:lnTo>
                    <a:pt x="1326890" y="1184874"/>
                  </a:lnTo>
                  <a:lnTo>
                    <a:pt x="981253" y="1273766"/>
                  </a:lnTo>
                  <a:cubicBezTo>
                    <a:pt x="1534634" y="2011589"/>
                    <a:pt x="2555569" y="2213219"/>
                    <a:pt x="3348138" y="1741216"/>
                  </a:cubicBezTo>
                  <a:cubicBezTo>
                    <a:pt x="3942651" y="1387163"/>
                    <a:pt x="4265044" y="739620"/>
                    <a:pt x="4226462" y="84448"/>
                  </a:cubicBezTo>
                  <a:lnTo>
                    <a:pt x="4217585" y="0"/>
                  </a:lnTo>
                  <a:lnTo>
                    <a:pt x="4833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9" tIns="34289" rIns="68579" bIns="34289" rtlCol="0" anchor="ctr"/>
            <a:p>
              <a:pPr algn="ctr"/>
              <a:endParaRPr lang="zh-CN" altLang="en-US" sz="1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任意多边形 27"/>
            <p:cNvSpPr/>
            <p:nvPr>
              <p:custDataLst>
                <p:tags r:id="rId15"/>
              </p:custDataLst>
            </p:nvPr>
          </p:nvSpPr>
          <p:spPr>
            <a:xfrm rot="17307692">
              <a:off x="5538930" y="1637180"/>
              <a:ext cx="1152775" cy="807149"/>
            </a:xfrm>
            <a:custGeom>
              <a:avLst/>
              <a:gdLst>
                <a:gd name="connsiteX0" fmla="*/ 3082922 w 3180980"/>
                <a:gd name="connsiteY0" fmla="*/ 1705085 h 2227258"/>
                <a:gd name="connsiteX1" fmla="*/ 3176423 w 3180980"/>
                <a:gd name="connsiteY1" fmla="*/ 2154476 h 2227258"/>
                <a:gd name="connsiteX2" fmla="*/ 3180980 w 3180980"/>
                <a:gd name="connsiteY2" fmla="*/ 2227258 h 2227258"/>
                <a:gd name="connsiteX3" fmla="*/ 2564635 w 3180980"/>
                <a:gd name="connsiteY3" fmla="*/ 2227258 h 2227258"/>
                <a:gd name="connsiteX4" fmla="*/ 2556295 w 3180980"/>
                <a:gd name="connsiteY4" fmla="*/ 2147919 h 2227258"/>
                <a:gd name="connsiteX5" fmla="*/ 2411315 w 3180980"/>
                <a:gd name="connsiteY5" fmla="*/ 1664578 h 2227258"/>
                <a:gd name="connsiteX6" fmla="*/ 196026 w 3180980"/>
                <a:gd name="connsiteY6" fmla="*/ 708959 h 2227258"/>
                <a:gd name="connsiteX7" fmla="*/ 0 w 3180980"/>
                <a:gd name="connsiteY7" fmla="*/ 127074 h 2227258"/>
                <a:gd name="connsiteX8" fmla="*/ 3002505 w 3180980"/>
                <a:gd name="connsiteY8" fmla="*/ 1483914 h 2227258"/>
                <a:gd name="connsiteX9" fmla="*/ 3082922 w 3180980"/>
                <a:gd name="connsiteY9" fmla="*/ 1705085 h 222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80980" h="2227258">
                  <a:moveTo>
                    <a:pt x="3082922" y="1705085"/>
                  </a:moveTo>
                  <a:cubicBezTo>
                    <a:pt x="3128937" y="1853627"/>
                    <a:pt x="3159875" y="2004047"/>
                    <a:pt x="3176423" y="2154476"/>
                  </a:cubicBezTo>
                  <a:lnTo>
                    <a:pt x="3180980" y="2227258"/>
                  </a:lnTo>
                  <a:lnTo>
                    <a:pt x="2564635" y="2227258"/>
                  </a:lnTo>
                  <a:lnTo>
                    <a:pt x="2556295" y="2147919"/>
                  </a:lnTo>
                  <a:cubicBezTo>
                    <a:pt x="2531455" y="1984304"/>
                    <a:pt x="2483591" y="1821702"/>
                    <a:pt x="2411315" y="1664578"/>
                  </a:cubicBezTo>
                  <a:cubicBezTo>
                    <a:pt x="2025870" y="826647"/>
                    <a:pt x="1070294" y="414436"/>
                    <a:pt x="196026" y="708959"/>
                  </a:cubicBezTo>
                  <a:lnTo>
                    <a:pt x="0" y="127074"/>
                  </a:lnTo>
                  <a:cubicBezTo>
                    <a:pt x="1201918" y="-277827"/>
                    <a:pt x="2512407" y="314386"/>
                    <a:pt x="3002505" y="1483914"/>
                  </a:cubicBezTo>
                  <a:cubicBezTo>
                    <a:pt x="3033137" y="1557012"/>
                    <a:pt x="3059914" y="1630814"/>
                    <a:pt x="3082922" y="1705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79" tIns="34289" rIns="68579" bIns="34289" rtlCol="0" anchor="ctr"/>
            <a:p>
              <a:pPr algn="ctr"/>
              <a:endParaRPr lang="zh-CN" altLang="en-US" sz="19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7467600" y="1598295"/>
            <a:ext cx="4663440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Success points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748270" y="2152650"/>
            <a:ext cx="41948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/>
              <a:t>Rapid crisis response</a:t>
            </a:r>
            <a:endParaRPr lang="en-US" altLang="zh-CN" sz="2200"/>
          </a:p>
        </p:txBody>
      </p:sp>
      <p:sp>
        <p:nvSpPr>
          <p:cNvPr id="112" name="文本框 111"/>
          <p:cNvSpPr txBox="1"/>
          <p:nvPr/>
        </p:nvSpPr>
        <p:spPr>
          <a:xfrm>
            <a:off x="7748270" y="2679700"/>
            <a:ext cx="4475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/>
              <a:t>Effective public opinion guidance</a:t>
            </a:r>
            <a:endParaRPr lang="en-US" altLang="zh-CN" sz="2200"/>
          </a:p>
        </p:txBody>
      </p:sp>
      <p:sp>
        <p:nvSpPr>
          <p:cNvPr id="114" name="文本框 113"/>
          <p:cNvSpPr txBox="1"/>
          <p:nvPr/>
        </p:nvSpPr>
        <p:spPr>
          <a:xfrm>
            <a:off x="758543" y="2855595"/>
            <a:ext cx="3834130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2400" b="1">
                <a:solidFill>
                  <a:srgbClr val="FF0000"/>
                </a:solidFill>
              </a:rPr>
              <a:t>Lessons to be improved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-77376" y="3438525"/>
            <a:ext cx="4658360" cy="632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/>
              <a:t>Vulnerabilities in supply chain supervision</a:t>
            </a:r>
            <a:endParaRPr lang="en-US" altLang="zh-CN" sz="2200"/>
          </a:p>
        </p:txBody>
      </p:sp>
      <p:sp>
        <p:nvSpPr>
          <p:cNvPr id="116" name="文本框 115"/>
          <p:cNvSpPr txBox="1"/>
          <p:nvPr/>
        </p:nvSpPr>
        <p:spPr>
          <a:xfrm>
            <a:off x="-265736" y="4219575"/>
            <a:ext cx="4855210" cy="632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/>
              <a:t>Employee responsibility</a:t>
            </a:r>
            <a:endParaRPr lang="en-US" altLang="zh-CN" sz="2200"/>
          </a:p>
          <a:p>
            <a: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/>
              <a:t> boundary</a:t>
            </a:r>
            <a:endParaRPr lang="en-US" altLang="zh-CN" sz="2200"/>
          </a:p>
        </p:txBody>
      </p:sp>
      <p:sp>
        <p:nvSpPr>
          <p:cNvPr id="119" name="文本框 118"/>
          <p:cNvSpPr txBox="1"/>
          <p:nvPr/>
        </p:nvSpPr>
        <p:spPr>
          <a:xfrm>
            <a:off x="7289800" y="3822065"/>
            <a:ext cx="3834130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2400" b="1">
                <a:solidFill>
                  <a:srgbClr val="FF0000"/>
                </a:solidFill>
              </a:rPr>
              <a:t>Lessons to be improved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743990" y="4418330"/>
            <a:ext cx="4475480" cy="632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/>
              <a:t>Short term reputation damage, long-term trust enhancement</a:t>
            </a:r>
            <a:endParaRPr lang="en-US" altLang="zh-CN" sz="2200"/>
          </a:p>
        </p:txBody>
      </p:sp>
      <p:sp>
        <p:nvSpPr>
          <p:cNvPr id="121" name="文本框 120"/>
          <p:cNvSpPr txBox="1"/>
          <p:nvPr/>
        </p:nvSpPr>
        <p:spPr>
          <a:xfrm>
            <a:off x="7760735" y="5200650"/>
            <a:ext cx="4475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/>
              <a:t>Industry benchmark effect</a:t>
            </a:r>
            <a:endParaRPr lang="en-US" altLang="zh-CN" sz="2200"/>
          </a:p>
        </p:txBody>
      </p:sp>
      <p:grpSp>
        <p:nvGrpSpPr>
          <p:cNvPr id="34" name="Group 73"/>
          <p:cNvGrpSpPr/>
          <p:nvPr>
            <p:custDataLst>
              <p:tags r:id="rId16"/>
            </p:custDataLst>
          </p:nvPr>
        </p:nvGrpSpPr>
        <p:grpSpPr>
          <a:xfrm>
            <a:off x="506824" y="3491230"/>
            <a:ext cx="215900" cy="215900"/>
            <a:chOff x="0" y="0"/>
            <a:chExt cx="767929" cy="767929"/>
          </a:xfrm>
        </p:grpSpPr>
        <p:sp>
          <p:nvSpPr>
            <p:cNvPr id="35" name="Freeform: Shape 77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36" name="Freeform: Shape 78"/>
            <p:cNvSpPr/>
            <p:nvPr>
              <p:custDataLst>
                <p:tags r:id="rId18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2" name="Group 73"/>
          <p:cNvGrpSpPr/>
          <p:nvPr>
            <p:custDataLst>
              <p:tags r:id="rId19"/>
            </p:custDataLst>
          </p:nvPr>
        </p:nvGrpSpPr>
        <p:grpSpPr>
          <a:xfrm>
            <a:off x="1193635" y="4274820"/>
            <a:ext cx="215900" cy="215900"/>
            <a:chOff x="0" y="0"/>
            <a:chExt cx="767929" cy="767929"/>
          </a:xfrm>
        </p:grpSpPr>
        <p:sp>
          <p:nvSpPr>
            <p:cNvPr id="3" name="Freeform: Shape 77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4" name="Freeform: Shape 78"/>
            <p:cNvSpPr/>
            <p:nvPr>
              <p:custDataLst>
                <p:tags r:id="rId21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5" name="Group 73"/>
          <p:cNvGrpSpPr/>
          <p:nvPr>
            <p:custDataLst>
              <p:tags r:id="rId22"/>
            </p:custDataLst>
          </p:nvPr>
        </p:nvGrpSpPr>
        <p:grpSpPr>
          <a:xfrm>
            <a:off x="7422515" y="2280285"/>
            <a:ext cx="215900" cy="215900"/>
            <a:chOff x="0" y="0"/>
            <a:chExt cx="767929" cy="767929"/>
          </a:xfrm>
        </p:grpSpPr>
        <p:sp>
          <p:nvSpPr>
            <p:cNvPr id="6" name="Freeform: Shape 77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7" name="Freeform: Shape 78"/>
            <p:cNvSpPr/>
            <p:nvPr>
              <p:custDataLst>
                <p:tags r:id="rId24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8" name="Group 73"/>
          <p:cNvGrpSpPr/>
          <p:nvPr>
            <p:custDataLst>
              <p:tags r:id="rId25"/>
            </p:custDataLst>
          </p:nvPr>
        </p:nvGrpSpPr>
        <p:grpSpPr>
          <a:xfrm>
            <a:off x="7422515" y="2785110"/>
            <a:ext cx="215900" cy="215900"/>
            <a:chOff x="0" y="0"/>
            <a:chExt cx="767929" cy="767929"/>
          </a:xfrm>
        </p:grpSpPr>
        <p:sp>
          <p:nvSpPr>
            <p:cNvPr id="9" name="Freeform: Shape 77"/>
            <p:cNvSpPr/>
            <p:nvPr>
              <p:custDataLst>
                <p:tags r:id="rId26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0" name="Freeform: Shape 78"/>
            <p:cNvSpPr/>
            <p:nvPr>
              <p:custDataLst>
                <p:tags r:id="rId27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11" name="Group 73"/>
          <p:cNvGrpSpPr/>
          <p:nvPr>
            <p:custDataLst>
              <p:tags r:id="rId28"/>
            </p:custDataLst>
          </p:nvPr>
        </p:nvGrpSpPr>
        <p:grpSpPr>
          <a:xfrm>
            <a:off x="7422515" y="4632325"/>
            <a:ext cx="215900" cy="215900"/>
            <a:chOff x="0" y="0"/>
            <a:chExt cx="767929" cy="767929"/>
          </a:xfrm>
        </p:grpSpPr>
        <p:sp>
          <p:nvSpPr>
            <p:cNvPr id="12" name="Freeform: Shape 77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3" name="Freeform: Shape 78"/>
            <p:cNvSpPr/>
            <p:nvPr>
              <p:custDataLst>
                <p:tags r:id="rId30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grpSp>
        <p:nvGrpSpPr>
          <p:cNvPr id="14" name="Group 73"/>
          <p:cNvGrpSpPr/>
          <p:nvPr>
            <p:custDataLst>
              <p:tags r:id="rId31"/>
            </p:custDataLst>
          </p:nvPr>
        </p:nvGrpSpPr>
        <p:grpSpPr>
          <a:xfrm>
            <a:off x="7422515" y="5307330"/>
            <a:ext cx="215900" cy="215900"/>
            <a:chOff x="0" y="0"/>
            <a:chExt cx="767929" cy="767929"/>
          </a:xfrm>
        </p:grpSpPr>
        <p:sp>
          <p:nvSpPr>
            <p:cNvPr id="15" name="Freeform: Shape 77"/>
            <p:cNvSpPr/>
            <p:nvPr>
              <p:custDataLst>
                <p:tags r:id="rId32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  <p:sp>
          <p:nvSpPr>
            <p:cNvPr id="16" name="Freeform: Shape 78"/>
            <p:cNvSpPr/>
            <p:nvPr>
              <p:custDataLst>
                <p:tags r:id="rId33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705735" y="301625"/>
            <a:ext cx="7403465" cy="588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Outcome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5280" y="262255"/>
            <a:ext cx="2038350" cy="627380"/>
          </a:xfrm>
          <a:prstGeom prst="rect">
            <a:avLst/>
          </a:prstGeom>
          <a:solidFill>
            <a:srgbClr val="CE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44170" y="299085"/>
            <a:ext cx="194183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PART 4</a:t>
            </a:r>
            <a:endParaRPr lang="en-US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Tm="7000">
        <p15:prstTrans prst="drape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4" grpId="0"/>
      <p:bldP spid="115" grpId="0"/>
      <p:bldP spid="116" grpId="0"/>
      <p:bldP spid="119" grpId="0"/>
      <p:bldP spid="120" grpId="0"/>
      <p:bldP spid="1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过程 3"/>
          <p:cNvSpPr/>
          <p:nvPr/>
        </p:nvSpPr>
        <p:spPr>
          <a:xfrm>
            <a:off x="0" y="-1"/>
            <a:ext cx="12192000" cy="3945700"/>
          </a:xfrm>
          <a:prstGeom prst="flowChartProcess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635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7175" y="4252595"/>
            <a:ext cx="1152652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en-US" altLang="zh-CN" sz="60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7095" y="5502275"/>
            <a:ext cx="10454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Group numbers</a:t>
            </a:r>
            <a:r>
              <a:rPr lang="zh-CN" altLang="en-US" sz="2800" dirty="0"/>
              <a:t>：</a:t>
            </a:r>
            <a:r>
              <a:rPr lang="en-US" altLang="zh-CN" sz="2800" dirty="0"/>
              <a:t>Jocelyn, Rin, </a:t>
            </a:r>
            <a:r>
              <a:rPr lang="en-US" altLang="zh-CN" sz="2800" dirty="0">
                <a:sym typeface="+mn-ea"/>
              </a:rPr>
              <a:t>Cecilia, Judy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 advClick="0" advTm="7000">
        <p15:prstTrans prst="drape"/>
      </p:transition>
    </mc:Choice>
    <mc:Fallback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2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52.40007874015745,&quot;left&quot;:287.1,&quot;top&quot;:166.45,&quot;width&quot;:650.7857733334451}"/>
</p:tagLst>
</file>

<file path=ppt/tags/tag2.xml><?xml version="1.0" encoding="utf-8"?>
<p:tagLst xmlns:p="http://schemas.openxmlformats.org/presentationml/2006/main">
  <p:tag name="KSO_WM_DIAGRAM_VIRTUALLY_FRAME" val="{&quot;height&quot;:252.40007874015745,&quot;left&quot;:287.1,&quot;top&quot;:166.45,&quot;width&quot;:650.7857733334451}"/>
</p:tagLst>
</file>

<file path=ppt/tags/tag3.xml><?xml version="1.0" encoding="utf-8"?>
<p:tagLst xmlns:p="http://schemas.openxmlformats.org/presentationml/2006/main">
  <p:tag name="KSO_WM_DIAGRAM_VIRTUALLY_FRAME" val="{&quot;height&quot;:252.40007874015745,&quot;left&quot;:287.1,&quot;top&quot;:166.45,&quot;width&quot;:650.7857733334451}"/>
</p:tagLst>
</file>

<file path=ppt/tags/tag4.xml><?xml version="1.0" encoding="utf-8"?>
<p:tagLst xmlns:p="http://schemas.openxmlformats.org/presentationml/2006/main">
  <p:tag name="KSO_WM_DIAGRAM_VIRTUALLY_FRAME" val="{&quot;height&quot;:252.40007874015745,&quot;left&quot;:287.1,&quot;top&quot;:166.45,&quot;width&quot;:650.7857733334451}"/>
</p:tagLst>
</file>

<file path=ppt/tags/tag5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6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7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8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9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0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1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2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3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4.xml><?xml version="1.0" encoding="utf-8"?>
<p:tagLst xmlns:p="http://schemas.openxmlformats.org/presentationml/2006/main">
  <p:tag name="KSO_WM_DIAGRAM_VIRTUALLY_FRAME" val="{&quot;height&quot;:281.33834645669293,&quot;left&quot;:102.12748031496064,&quot;top&quot;:143.14763779527559,&quot;width&quot;:377.10653543307086}"/>
</p:tagLst>
</file>

<file path=ppt/tags/tag15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16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17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18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19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0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1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2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3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4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5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6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7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8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29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30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31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32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33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4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5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6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7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8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39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0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1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2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3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4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5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6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7.xml><?xml version="1.0" encoding="utf-8"?>
<p:tagLst xmlns:p="http://schemas.openxmlformats.org/presentationml/2006/main">
  <p:tag name="KSO_WM_DIAGRAM_VIRTUALLY_FRAME" val="{&quot;height&quot;:337.6410236220472,&quot;left&quot;:101.3251968503937,&quot;top&quot;:115.30448818897636,&quot;width&quot;:774.8953543307086}"/>
</p:tagLst>
</file>

<file path=ppt/tags/tag48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49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0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1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2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3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4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5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6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7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8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59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0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1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2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3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4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5.xml><?xml version="1.0" encoding="utf-8"?>
<p:tagLst xmlns:p="http://schemas.openxmlformats.org/presentationml/2006/main">
  <p:tag name="KSO_WM_DIAGRAM_VIRTUALLY_FRAME" val="{&quot;height&quot;:316.90740157480315,&quot;left&quot;:54.57748031496063,&quot;top&quot;:107.57858267716537,&quot;width&quot;:424.6565354330708}"/>
</p:tagLst>
</file>

<file path=ppt/tags/tag66.xml><?xml version="1.0" encoding="utf-8"?>
<p:tagLst xmlns:p="http://schemas.openxmlformats.org/presentationml/2006/main">
  <p:tag name="ISPRING_PRESENTATION_TITLE" val="PowerPoint 演示文稿"/>
  <p:tag name="resource_record_key" val="{&quot;10&quot;:[21548293,21548294,21548295]}"/>
</p:tagLst>
</file>

<file path=ppt/theme/theme1.xml><?xml version="1.0" encoding="utf-8"?>
<a:theme xmlns:a="http://schemas.openxmlformats.org/drawingml/2006/main" name="Office 主题​​">
  <a:themeElements>
    <a:clrScheme name="自定义 28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B223D"/>
      </a:accent1>
      <a:accent2>
        <a:srgbClr val="3A414B"/>
      </a:accent2>
      <a:accent3>
        <a:srgbClr val="EB223D"/>
      </a:accent3>
      <a:accent4>
        <a:srgbClr val="3A414B"/>
      </a:accent4>
      <a:accent5>
        <a:srgbClr val="EB223D"/>
      </a:accent5>
      <a:accent6>
        <a:srgbClr val="3A414B"/>
      </a:accent6>
      <a:hlink>
        <a:srgbClr val="7FB34C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WPS Office WWO_wpscloud_20250409201303-77eb418d75</Application>
  <PresentationFormat>宽屏</PresentationFormat>
  <Paragraphs>129</Paragraphs>
  <Slides>10</Slides>
  <Notes>30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汉仪旗黑KW 55S</vt:lpstr>
      <vt:lpstr>Calibri</vt:lpstr>
      <vt:lpstr>汉仪书宋二KW</vt:lpstr>
      <vt:lpstr>Kingsoft Confetti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weboffice</cp:lastModifiedBy>
  <dcterms:created xsi:type="dcterms:W3CDTF">2025-04-22T05:54:50Z</dcterms:created>
  <dcterms:modified xsi:type="dcterms:W3CDTF">2025-04-22T05:54:50Z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5A64A5A71E6E4EB1AA68F1752549C83F_13</vt:lpwstr>
  </property>
  <property fmtid="{D5CDD505-2E9C-101B-9397-08002B2CF9AE}" pid="3" name="KSOProductBuildVer">
    <vt:lpwstr>2052-12.9.0.20767</vt:lpwstr>
  </property>
</Properties>
</file>